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6021ddba504682" /><Relationship Type="http://schemas.openxmlformats.org/officeDocument/2006/relationships/extended-properties" Target="/docProps/app.xml" Id="Rad78d4988efe4df7" /><Relationship Type="http://schemas.openxmlformats.org/officeDocument/2006/relationships/officeDocument" Target="/ppt/presentation.xml" Id="Re7a426efdfae4bcd" /></Relationships>
</file>

<file path=ppt/presentation.xml><?xml version="1.0" encoding="utf-8"?>
<p:presentation xmlns:p="http://schemas.openxmlformats.org/presentationml/2006/main">
  <p:sldMasterIdLst>
    <p:sldMasterId xmlns:r="http://schemas.openxmlformats.org/officeDocument/2006/relationships" id="2147483648" r:id="R813efba0c0de44c6"/>
  </p:sldMasterIdLst>
  <p:notesMasterIdLst>
    <p:notesMasterId xmlns:r="http://schemas.openxmlformats.org/officeDocument/2006/relationships" r:id="Rbf2b41e4111540f7"/>
  </p:notesMasterIdLst>
  <p:sldIdLst>
    <p:sldId xmlns:r="http://schemas.openxmlformats.org/officeDocument/2006/relationships" id="256" r:id="R792c7586f6974e38"/>
  </p:sldIdLst>
  <p:sldSz cx="6858000" cy="9906000"/>
  <p:notesSz cx="6858000" cy="9144000"/>
</p:presentation>
</file>

<file path=ppt/authors.xml><?xml version="1.0" encoding="utf-8"?>
<p188:authorLst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e625f77ff884804" /><Relationship Type="http://schemas.openxmlformats.org/officeDocument/2006/relationships/slideMaster" Target="/ppt/slideMasters/slideMaster1.xml" Id="R813efba0c0de44c6" /><Relationship Type="http://schemas.openxmlformats.org/officeDocument/2006/relationships/notesMaster" Target="/ppt/notesMasters/notesMaster1.xml" Id="Rbf2b41e4111540f7" /><Relationship Type="http://schemas.openxmlformats.org/officeDocument/2006/relationships/presProps" Target="/ppt/presProps.xml" Id="R847711a496a046df" /><Relationship Type="http://schemas.openxmlformats.org/officeDocument/2006/relationships/viewProps" Target="/ppt/viewProps.xml" Id="Rc164064ff73f45d9" /><Relationship Type="http://schemas.openxmlformats.org/officeDocument/2006/relationships/tableStyles" Target="/ppt/tableStyles.xml" Id="Ra364f04dba3f45ec" /><Relationship Type="http://schemas.microsoft.com/office/2018/10/relationships/authors" Target="/ppt/authors.xml" Id="R4416532f327d44bb" /><Relationship Type="http://schemas.openxmlformats.org/officeDocument/2006/relationships/slide" Target="/ppt/slides/slide1.xml" Id="R792c7586f6974e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82e433ec7a4a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e9d4457cd74e2a" /><Relationship Type="http://schemas.openxmlformats.org/officeDocument/2006/relationships/notesMaster" Target="/ppt/notesMasters/notesMaster1.xml" Id="R3e7aa5eea99042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8d5e0452dc45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203cf4a84e44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9b9185a28a4b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8ec99a676247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63ddbd29764d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1ad71113604ef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70d0e03faff479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89992dc2cf5405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f9521a42c554e0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d4c7aafae8643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9574855a0f7463c" /></Relationships>
</file>

<file path=ppt/slideLayouts/slideLayout1.xml><?xml version="1.0" encoding="utf-8"?>
<p:sldLayout xmlns:p="http://schemas.openxmlformats.org/presentationml/2006/main" type="title" preserve="1">
  <p:cSld name="Titelfoli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53C672-64D7-48EB-8BA1-3FDDD3367573}"/>
              </a:ext>
            </a:extLst>
          </p:cNvPr>
          <p:cNvSpPr>
            <a:spLocks xmlns:a="http://schemas.openxmlformats.org/drawingml/2006/main" noGrp="1"/>
          </p:cNvSpPr>
          <p:nvPr>
            <p:ph type="ctrTitle" idx="0"/>
          </p:nvPr>
        </p:nvSpPr>
        <p:spPr>
          <a:xfrm xmlns:a="http://schemas.openxmlformats.org/drawingml/2006/main">
            <a:off x="514350" y="1621191"/>
            <a:ext cx="5829300" cy="3448756"/>
          </a:xfrm>
        </p:spPr>
        <p:txBody>
          <a:bodyPr xmlns:a="http://schemas.openxmlformats.org/drawingml/2006/main" anchor="b"/>
          <a:lstStyle xmlns:a="http://schemas.openxmlformats.org/drawingml/2006/main">
            <a:lvl1pPr algn="ctr">
              <a:buNone/>
              <a:defRPr sz="4500"/>
            </a:lvl1pPr>
          </a:lstStyle>
          <a:p xmlns:a="http://schemas.openxmlformats.org/drawingml/2006/main">
            <a:r>
              <a:t>Mastertitelformat bearbeiten</a:t>
            </a:r>
          </a:p>
        </p:txBody>
      </p:sp>
      <p:sp>
        <p:nvSpPr>
          <p:cNvPr id="3" name="Subtitle 2">
            <a:extLst xmlns:a="http://schemas.openxmlformats.org/drawingml/2006/main">
              <a:ext uri="{FF2B5EF4-FFF2-40B4-BE49-F238E27FC236}">
                <a16:creationId xmlns:a16="http://schemas.microsoft.com/office/drawing/2014/main" id="{6CBB55CD-E6CF-45B0-BE71-FFD4F27F925D}"/>
              </a:ext>
            </a:extLst>
          </p:cNvPr>
          <p:cNvSpPr>
            <a:spLocks xmlns:a="http://schemas.openxmlformats.org/drawingml/2006/main" noGrp="1"/>
          </p:cNvSpPr>
          <p:nvPr>
            <p:ph type="subTitle" idx="1"/>
          </p:nvPr>
        </p:nvSpPr>
        <p:spPr>
          <a:xfrm xmlns:a="http://schemas.openxmlformats.org/drawingml/2006/main">
            <a:off x="857250" y="5202944"/>
            <a:ext cx="5143500" cy="2391656"/>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Master-Untertitelformat bearbeiten</a:t>
            </a:r>
          </a:p>
        </p:txBody>
      </p:sp>
      <p:sp>
        <p:nvSpPr>
          <p:cNvPr id="4" name="Date Placeholder 3">
            <a:extLst xmlns:a="http://schemas.openxmlformats.org/drawingml/2006/main">
              <a:ext uri="{FF2B5EF4-FFF2-40B4-BE49-F238E27FC236}">
                <a16:creationId xmlns:a16="http://schemas.microsoft.com/office/drawing/2014/main" id="{049A2BB3-0A1E-4557-9653-D6C4ABEAF1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1A6F6E43-9345-4EFD-A880-0AD3FF6F86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EF3FCBE-5AAF-448A-80DB-7C50977525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2.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D5126E-03A9-4D14-9907-555BBCFC369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93B727E1-A47D-4121-A2F6-66301FAF416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E6D83027-DA61-477A-B63B-33F1A431FE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30A114F5-A021-4539-B4C2-F1007FD5C8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B887F2B-B849-4AEB-872F-7CB91407C4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3.xml><?xml version="1.0" encoding="utf-8"?>
<p:sldLayout xmlns:p="http://schemas.openxmlformats.org/presentationml/2006/main" type="secHead" preserve="1">
  <p:cSld name="Abschnitts-&#10;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A33FD6-2FF2-483D-827D-439B64883BF2}"/>
              </a:ext>
            </a:extLst>
          </p:cNvPr>
          <p:cNvSpPr>
            <a:spLocks xmlns:a="http://schemas.openxmlformats.org/drawingml/2006/main" noGrp="1"/>
          </p:cNvSpPr>
          <p:nvPr>
            <p:ph type="title" idx="0"/>
          </p:nvPr>
        </p:nvSpPr>
        <p:spPr>
          <a:xfrm xmlns:a="http://schemas.openxmlformats.org/drawingml/2006/main">
            <a:off x="467916" y="2469624"/>
            <a:ext cx="5915025" cy="4120620"/>
          </a:xfrm>
        </p:spPr>
        <p:txBody>
          <a:bodyPr xmlns:a="http://schemas.openxmlformats.org/drawingml/2006/main" anchor="b"/>
          <a:lstStyle xmlns:a="http://schemas.openxmlformats.org/drawingml/2006/main">
            <a:lvl1pPr>
              <a:buNone/>
              <a:defRPr sz="4500"/>
            </a:lvl1pPr>
          </a:lstStyle>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C25D58AA-3E67-4458-AEA7-5B843AD4F8DF}"/>
              </a:ext>
            </a:extLst>
          </p:cNvPr>
          <p:cNvSpPr>
            <a:spLocks xmlns:a="http://schemas.openxmlformats.org/drawingml/2006/main" noGrp="1"/>
          </p:cNvSpPr>
          <p:nvPr>
            <p:ph type="body" idx="1"/>
          </p:nvPr>
        </p:nvSpPr>
        <p:spPr>
          <a:xfrm xmlns:a="http://schemas.openxmlformats.org/drawingml/2006/main">
            <a:off x="467916" y="6629226"/>
            <a:ext cx="5915025" cy="2166937"/>
          </a:xfrm>
        </p:spPr>
        <p:txBody>
          <a:bodyPr xmlns:a="http://schemas.openxmlformats.org/drawingml/2006/main"/>
          <a:lstStyle xmlns:a="http://schemas.openxmlformats.org/drawingml/2006/main">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Mastertextformat bearbeiten</a:t>
            </a:r>
          </a:p>
        </p:txBody>
      </p:sp>
      <p:sp>
        <p:nvSpPr>
          <p:cNvPr id="4" name="Date Placeholder 3">
            <a:extLst xmlns:a="http://schemas.openxmlformats.org/drawingml/2006/main">
              <a:ext uri="{FF2B5EF4-FFF2-40B4-BE49-F238E27FC236}">
                <a16:creationId xmlns:a16="http://schemas.microsoft.com/office/drawing/2014/main" id="{63223ECE-842A-45DC-A9EC-4CAFC8D5F0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6FC88046-D743-4DC7-8AAE-7CAF76A45A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60997E9-AD57-420C-831E-536D8AEFDD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4E638A-FFBF-4D5D-A2D9-C7DB6809AC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722A3C02-5DFE-40F5-9141-6A43F40AC303}"/>
              </a:ext>
            </a:extLst>
          </p:cNvPr>
          <p:cNvSpPr>
            <a:spLocks xmlns:a="http://schemas.openxmlformats.org/drawingml/2006/main" noGrp="1"/>
          </p:cNvSpPr>
          <p:nvPr>
            <p:ph idx="1"/>
          </p:nvPr>
        </p:nvSpPr>
        <p:spPr>
          <a:xfrm xmlns:a="http://schemas.openxmlformats.org/drawingml/2006/main">
            <a:off x="471488"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Content Placeholder 3">
            <a:extLst xmlns:a="http://schemas.openxmlformats.org/drawingml/2006/main">
              <a:ext uri="{FF2B5EF4-FFF2-40B4-BE49-F238E27FC236}">
                <a16:creationId xmlns:a16="http://schemas.microsoft.com/office/drawing/2014/main" id="{15FA3DA7-B60D-457A-9FAB-50D34571079B}"/>
              </a:ext>
            </a:extLst>
          </p:cNvPr>
          <p:cNvSpPr>
            <a:spLocks xmlns:a="http://schemas.openxmlformats.org/drawingml/2006/main" noGrp="1"/>
          </p:cNvSpPr>
          <p:nvPr>
            <p:ph idx="2"/>
          </p:nvPr>
        </p:nvSpPr>
        <p:spPr>
          <a:xfrm xmlns:a="http://schemas.openxmlformats.org/drawingml/2006/main">
            <a:off x="3471863"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Date Placeholder 4">
            <a:extLst xmlns:a="http://schemas.openxmlformats.org/drawingml/2006/main">
              <a:ext uri="{FF2B5EF4-FFF2-40B4-BE49-F238E27FC236}">
                <a16:creationId xmlns:a16="http://schemas.microsoft.com/office/drawing/2014/main" id="{265CF2FD-0AD2-4D62-9E76-66FA10DCB5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6339A99B-F93B-45A0-B482-A299674160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5556FDA-BF7F-4224-9771-F139E2B631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5.xml><?xml version="1.0" encoding="utf-8"?>
<p:sldLayout xmlns:p="http://schemas.openxmlformats.org/presentationml/2006/main" type="twoTxTwoObj" preserve="1">
  <p:cSld name="Vergleic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77D666D-D6B9-40F6-A12F-A903D4119040}"/>
              </a:ext>
            </a:extLst>
          </p:cNvPr>
          <p:cNvSpPr>
            <a:spLocks xmlns:a="http://schemas.openxmlformats.org/drawingml/2006/main" noGrp="1"/>
          </p:cNvSpPr>
          <p:nvPr>
            <p:ph type="title" idx="0"/>
          </p:nvPr>
        </p:nvSpPr>
        <p:spPr>
          <a:xfrm xmlns:a="http://schemas.openxmlformats.org/drawingml/2006/main">
            <a:off x="472381" y="527405"/>
            <a:ext cx="5915025" cy="1914702"/>
          </a:xfrm>
        </p:spPr>
        <p:txBody>
          <a:bodyPr xmlns:a="http://schemas.openxmlformats.org/drawingml/2006/main"/>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288E0D9E-4D64-4D8D-93FA-E511FB5604DC}"/>
              </a:ext>
            </a:extLst>
          </p:cNvPr>
          <p:cNvSpPr>
            <a:spLocks xmlns:a="http://schemas.openxmlformats.org/drawingml/2006/main" noGrp="1"/>
          </p:cNvSpPr>
          <p:nvPr>
            <p:ph type="body" idx="1"/>
          </p:nvPr>
        </p:nvSpPr>
        <p:spPr>
          <a:xfrm xmlns:a="http://schemas.openxmlformats.org/drawingml/2006/main">
            <a:off x="472381" y="2428347"/>
            <a:ext cx="2901255"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4" name="Content Placeholder 3">
            <a:extLst xmlns:a="http://schemas.openxmlformats.org/drawingml/2006/main">
              <a:ext uri="{FF2B5EF4-FFF2-40B4-BE49-F238E27FC236}">
                <a16:creationId xmlns:a16="http://schemas.microsoft.com/office/drawing/2014/main" id="{4E132450-BC05-464A-B8E6-160DD7DBE6F4}"/>
              </a:ext>
            </a:extLst>
          </p:cNvPr>
          <p:cNvSpPr>
            <a:spLocks xmlns:a="http://schemas.openxmlformats.org/drawingml/2006/main" noGrp="1"/>
          </p:cNvSpPr>
          <p:nvPr>
            <p:ph idx="2"/>
          </p:nvPr>
        </p:nvSpPr>
        <p:spPr>
          <a:xfrm xmlns:a="http://schemas.openxmlformats.org/drawingml/2006/main">
            <a:off x="472381" y="3618442"/>
            <a:ext cx="2901255"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Text Placeholder 4">
            <a:extLst xmlns:a="http://schemas.openxmlformats.org/drawingml/2006/main">
              <a:ext uri="{FF2B5EF4-FFF2-40B4-BE49-F238E27FC236}">
                <a16:creationId xmlns:a16="http://schemas.microsoft.com/office/drawing/2014/main" id="{947490A3-A568-43A0-8BA2-44EE25CC08F7}"/>
              </a:ext>
            </a:extLst>
          </p:cNvPr>
          <p:cNvSpPr>
            <a:spLocks xmlns:a="http://schemas.openxmlformats.org/drawingml/2006/main" noGrp="1"/>
          </p:cNvSpPr>
          <p:nvPr>
            <p:ph type="body" idx="3"/>
          </p:nvPr>
        </p:nvSpPr>
        <p:spPr>
          <a:xfrm xmlns:a="http://schemas.openxmlformats.org/drawingml/2006/main">
            <a:off x="3471863" y="2428347"/>
            <a:ext cx="2915543"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6" name="Content Placeholder 5">
            <a:extLst xmlns:a="http://schemas.openxmlformats.org/drawingml/2006/main">
              <a:ext uri="{FF2B5EF4-FFF2-40B4-BE49-F238E27FC236}">
                <a16:creationId xmlns:a16="http://schemas.microsoft.com/office/drawing/2014/main" id="{8C3AA309-C552-4D80-B4DF-ACFAB2C8DEFC}"/>
              </a:ext>
            </a:extLst>
          </p:cNvPr>
          <p:cNvSpPr>
            <a:spLocks xmlns:a="http://schemas.openxmlformats.org/drawingml/2006/main" noGrp="1"/>
          </p:cNvSpPr>
          <p:nvPr>
            <p:ph idx="4"/>
          </p:nvPr>
        </p:nvSpPr>
        <p:spPr>
          <a:xfrm xmlns:a="http://schemas.openxmlformats.org/drawingml/2006/main">
            <a:off x="3471863" y="3618442"/>
            <a:ext cx="2915543"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7" name="Date Placeholder 6">
            <a:extLst xmlns:a="http://schemas.openxmlformats.org/drawingml/2006/main">
              <a:ext uri="{FF2B5EF4-FFF2-40B4-BE49-F238E27FC236}">
                <a16:creationId xmlns:a16="http://schemas.microsoft.com/office/drawing/2014/main" id="{F9BA584D-CF13-447D-814A-284C4794DD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8" name="Footer Placeholder 7">
            <a:extLst xmlns:a="http://schemas.openxmlformats.org/drawingml/2006/main">
              <a:ext uri="{FF2B5EF4-FFF2-40B4-BE49-F238E27FC236}">
                <a16:creationId xmlns:a16="http://schemas.microsoft.com/office/drawing/2014/main" id="{59DEC107-7EF6-4ADC-BFA2-3939DF29A58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FA6B8DA-94DB-4B56-941E-8374B9E59A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6.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AC1C62-4B73-49D9-A4BB-5253701C1E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Date Placeholder 2">
            <a:extLst xmlns:a="http://schemas.openxmlformats.org/drawingml/2006/main">
              <a:ext uri="{FF2B5EF4-FFF2-40B4-BE49-F238E27FC236}">
                <a16:creationId xmlns:a16="http://schemas.microsoft.com/office/drawing/2014/main" id="{EC41E54E-FD56-4AD1-A418-08ABB34F47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4" name="Footer Placeholder 3">
            <a:extLst xmlns:a="http://schemas.openxmlformats.org/drawingml/2006/main">
              <a:ext uri="{FF2B5EF4-FFF2-40B4-BE49-F238E27FC236}">
                <a16:creationId xmlns:a16="http://schemas.microsoft.com/office/drawing/2014/main" id="{02C3F256-189E-4897-AF23-C3E5A9A236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29303DC4-5998-425F-A932-22FE672DC0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7.xml><?xml version="1.0" encoding="utf-8"?>
<p:sldLayout xmlns:p="http://schemas.openxmlformats.org/presentationml/2006/main" type="blank" preserve="1">
  <p:cSld name="Leer">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92E5E1B-ACC7-4878-A2C6-5CD8E2EFFA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3" name="Footer Placeholder 2">
            <a:extLst xmlns:a="http://schemas.openxmlformats.org/drawingml/2006/main">
              <a:ext uri="{FF2B5EF4-FFF2-40B4-BE49-F238E27FC236}">
                <a16:creationId xmlns:a16="http://schemas.microsoft.com/office/drawing/2014/main" id="{00469F74-5970-401B-837C-DE2917ECFD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9D94E05-36FF-42A9-BCAA-E838AB3B2B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8.xml><?xml version="1.0" encoding="utf-8"?>
<p:sldLayout xmlns:p="http://schemas.openxmlformats.org/presentationml/2006/main" type="objTx" preserve="1">
  <p:cSld name="Inhalt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AB807C-8C65-4DE5-8692-002BBCE2E1E5}"/>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EADBFC25-742E-445E-BBAE-5299BD333906}"/>
              </a:ext>
            </a:extLst>
          </p:cNvPr>
          <p:cNvSpPr>
            <a:spLocks xmlns:a="http://schemas.openxmlformats.org/drawingml/2006/main" noGrp="1"/>
          </p:cNvSpPr>
          <p:nvPr>
            <p:ph idx="1"/>
          </p:nvPr>
        </p:nvSpPr>
        <p:spPr>
          <a:xfrm xmlns:a="http://schemas.openxmlformats.org/drawingml/2006/main">
            <a:off x="2915543" y="1426283"/>
            <a:ext cx="3471863" cy="7039681"/>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Text Placeholder 3">
            <a:extLst xmlns:a="http://schemas.openxmlformats.org/drawingml/2006/main">
              <a:ext uri="{FF2B5EF4-FFF2-40B4-BE49-F238E27FC236}">
                <a16:creationId xmlns:a16="http://schemas.microsoft.com/office/drawing/2014/main" id="{B56CBC13-6F5E-4E6F-BC76-E9A15ECD96DC}"/>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2DF11BBF-5E83-4612-98D3-312B9486F0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36C068AB-EE24-483B-9648-C0AC938F73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6CBB2AE-B649-4466-B40E-C0E3825D61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9.xml><?xml version="1.0" encoding="utf-8"?>
<p:sldLayout xmlns:p="http://schemas.openxmlformats.org/presentationml/2006/main" type="picTx" preserve="1">
  <p:cSld name="Bild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126409-69F2-4395-8DDA-1E184F451396}"/>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Picture Placeholder 2">
            <a:extLst xmlns:a="http://schemas.openxmlformats.org/drawingml/2006/main">
              <a:ext uri="{FF2B5EF4-FFF2-40B4-BE49-F238E27FC236}">
                <a16:creationId xmlns:a16="http://schemas.microsoft.com/office/drawing/2014/main" id="{BB157444-7866-4A1B-97E6-80D1C469F587}"/>
              </a:ext>
            </a:extLst>
          </p:cNvPr>
          <p:cNvSpPr>
            <a:spLocks xmlns:a="http://schemas.openxmlformats.org/drawingml/2006/main" noGrp="1"/>
          </p:cNvSpPr>
          <p:nvPr>
            <p:ph type="pic" idx="1"/>
          </p:nvPr>
        </p:nvSpPr>
        <p:spPr>
          <a:xfrm xmlns:a="http://schemas.openxmlformats.org/drawingml/2006/main">
            <a:off x="2915543" y="1426283"/>
            <a:ext cx="3471863" cy="7039681"/>
          </a:xfrm>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Bild durch Klicken auf Symbol hinzufügen</a:t>
            </a:r>
          </a:p>
        </p:txBody>
      </p:sp>
      <p:sp>
        <p:nvSpPr>
          <p:cNvPr id="4" name="Text Placeholder 3">
            <a:extLst xmlns:a="http://schemas.openxmlformats.org/drawingml/2006/main">
              <a:ext uri="{FF2B5EF4-FFF2-40B4-BE49-F238E27FC236}">
                <a16:creationId xmlns:a16="http://schemas.microsoft.com/office/drawing/2014/main" id="{3AA07DAF-9D04-4A2B-B267-5332010E4866}"/>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09D8CFCD-5DB3-4116-B030-8EA7784FFA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6E4C2A73-503B-4B22-A98B-F5538B988E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BB200FF-28F4-4B2C-83C9-C8F47D9633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0.xml><?xml version="1.0" encoding="utf-8"?>
<p:sldLayout xmlns:p="http://schemas.openxmlformats.org/presentationml/2006/main" type="vertTx" preserve="1">
  <p:cSld name="Titel und vertikal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D46EA0-C06B-4B37-9F4B-C0DDC4F7E2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D274CE72-6D50-4F89-B295-361F40F5816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4C92AD0B-D883-4700-AECD-A3C4495C0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3C0BC253-A734-46B4-8C4D-6044A89D42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61299A9-DB82-4180-809C-B0B1D59152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1.xml><?xml version="1.0" encoding="utf-8"?>
<p:sldLayout xmlns:p="http://schemas.openxmlformats.org/presentationml/2006/main" type="vertTitleAndTx" preserve="1">
  <p:cSld name="Vertikaler Titel u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3B0B40B-2716-426F-A121-9FE6EEAEB619}"/>
              </a:ext>
            </a:extLst>
          </p:cNvPr>
          <p:cNvSpPr>
            <a:spLocks xmlns:a="http://schemas.openxmlformats.org/drawingml/2006/main" noGrp="1"/>
          </p:cNvSpPr>
          <p:nvPr>
            <p:ph type="title" idx="0"/>
          </p:nvPr>
        </p:nvSpPr>
        <p:spPr>
          <a:xfrm xmlns:a="http://schemas.openxmlformats.org/drawingml/2006/main">
            <a:off x="4907757" y="527403"/>
            <a:ext cx="1478756" cy="8394877"/>
          </a:xfrm>
        </p:spPr>
        <p:txBody>
          <a:bodyPr xmlns:a="http://schemas.openxmlformats.org/drawingml/2006/main" vert="eaVert"/>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0006EDF4-23BE-4303-B8DB-0A2ABDE58555}"/>
              </a:ext>
            </a:extLst>
          </p:cNvPr>
          <p:cNvSpPr>
            <a:spLocks xmlns:a="http://schemas.openxmlformats.org/drawingml/2006/main" noGrp="1"/>
          </p:cNvSpPr>
          <p:nvPr>
            <p:ph type="body" idx="1"/>
          </p:nvPr>
        </p:nvSpPr>
        <p:spPr>
          <a:xfrm xmlns:a="http://schemas.openxmlformats.org/drawingml/2006/main">
            <a:off x="471488" y="527403"/>
            <a:ext cx="4350544" cy="8394877"/>
          </a:xfrm>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244390B6-A848-45A1-8476-EE10AA7B18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B58A6DBE-06AB-47CC-85A1-2F2E26DB1D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3C06CB-C1E5-4195-96BB-BA0BD02A0F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c1a78477e14776" /><Relationship Type="http://schemas.openxmlformats.org/officeDocument/2006/relationships/slideLayout" Target="/ppt/slideLayouts/slideLayout1.xml" Id="Rd3556651f7e44f27" /><Relationship Type="http://schemas.openxmlformats.org/officeDocument/2006/relationships/slideLayout" Target="/ppt/slideLayouts/slideLayout2.xml" Id="Rbdc741f02e9c4994" /><Relationship Type="http://schemas.openxmlformats.org/officeDocument/2006/relationships/slideLayout" Target="/ppt/slideLayouts/slideLayout3.xml" Id="Rf1ba114d2ed448d1" /><Relationship Type="http://schemas.openxmlformats.org/officeDocument/2006/relationships/slideLayout" Target="/ppt/slideLayouts/slideLayout4.xml" Id="Rc5aedb8a24ab4fab" /><Relationship Type="http://schemas.openxmlformats.org/officeDocument/2006/relationships/slideLayout" Target="/ppt/slideLayouts/slideLayout5.xml" Id="R5b6c2dcf139d4795" /><Relationship Type="http://schemas.openxmlformats.org/officeDocument/2006/relationships/slideLayout" Target="/ppt/slideLayouts/slideLayout6.xml" Id="R2f5fd3d964da49f3" /><Relationship Type="http://schemas.openxmlformats.org/officeDocument/2006/relationships/slideLayout" Target="/ppt/slideLayouts/slideLayout7.xml" Id="R5e28311238104be2" /><Relationship Type="http://schemas.openxmlformats.org/officeDocument/2006/relationships/slideLayout" Target="/ppt/slideLayouts/slideLayout8.xml" Id="R2b31cff0b4cf4667" /><Relationship Type="http://schemas.openxmlformats.org/officeDocument/2006/relationships/slideLayout" Target="/ppt/slideLayouts/slideLayout9.xml" Id="R7c6d698a4df64291" /><Relationship Type="http://schemas.openxmlformats.org/officeDocument/2006/relationships/slideLayout" Target="/ppt/slideLayouts/slideLayout10.xml" Id="Rfffa0f29bdcb41d9" /><Relationship Type="http://schemas.openxmlformats.org/officeDocument/2006/relationships/slideLayout" Target="/ppt/slideLayouts/slideLayout11.xml" Id="Rc26bcbfca96f41e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FC0C210-6D53-45D6-AB68-1F975148F289}"/>
              </a:ext>
            </a:extLst>
          </p:cNvPr>
          <p:cNvSpPr>
            <a:spLocks xmlns:a="http://schemas.openxmlformats.org/drawingml/2006/main" noGrp="1"/>
          </p:cNvSpPr>
          <p:nvPr>
            <p:ph type="title" idx="0"/>
          </p:nvPr>
        </p:nvSpPr>
        <p:spPr>
          <a:xfrm xmlns:a="http://schemas.openxmlformats.org/drawingml/2006/main">
            <a:off x="471488" y="527405"/>
            <a:ext cx="5915025" cy="191470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CFC21AF7-B538-4B7A-B245-96F4FCC0433E}"/>
              </a:ext>
            </a:extLst>
          </p:cNvPr>
          <p:cNvSpPr>
            <a:spLocks xmlns:a="http://schemas.openxmlformats.org/drawingml/2006/main" noGrp="1"/>
          </p:cNvSpPr>
          <p:nvPr>
            <p:ph type="body" idx="1"/>
          </p:nvPr>
        </p:nvSpPr>
        <p:spPr>
          <a:xfrm xmlns:a="http://schemas.openxmlformats.org/drawingml/2006/main">
            <a:off x="471488" y="2637014"/>
            <a:ext cx="5915025" cy="628526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625E12CD-BB5A-41B6-8D53-07B51CA17308}"/>
              </a:ext>
            </a:extLst>
          </p:cNvPr>
          <p:cNvSpPr>
            <a:spLocks xmlns:a="http://schemas.openxmlformats.org/drawingml/2006/main" noGrp="1"/>
          </p:cNvSpPr>
          <p:nvPr>
            <p:ph type="dt" idx="2"/>
          </p:nvPr>
        </p:nvSpPr>
        <p:spPr>
          <a:xfrm xmlns:a="http://schemas.openxmlformats.org/drawingml/2006/main">
            <a:off x="471488"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6C632330-06DD-4B2F-9595-3179F3F7106F}"/>
              </a:ext>
            </a:extLst>
          </p:cNvPr>
          <p:cNvSpPr>
            <a:spLocks xmlns:a="http://schemas.openxmlformats.org/drawingml/2006/main" noGrp="1"/>
          </p:cNvSpPr>
          <p:nvPr>
            <p:ph type="ftr" idx="3"/>
          </p:nvPr>
        </p:nvSpPr>
        <p:spPr>
          <a:xfrm xmlns:a="http://schemas.openxmlformats.org/drawingml/2006/main">
            <a:off x="2271713" y="9181397"/>
            <a:ext cx="2314575"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021507D-DABE-4756-A64C-DA2662A0B657}"/>
              </a:ext>
            </a:extLst>
          </p:cNvPr>
          <p:cNvSpPr>
            <a:spLocks xmlns:a="http://schemas.openxmlformats.org/drawingml/2006/main" noGrp="1"/>
          </p:cNvSpPr>
          <p:nvPr>
            <p:ph type="sldNum" idx="4"/>
          </p:nvPr>
        </p:nvSpPr>
        <p:spPr>
          <a:xfrm xmlns:a="http://schemas.openxmlformats.org/drawingml/2006/main">
            <a:off x="4843463"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556651f7e44f27"/>
    <p:sldLayoutId xmlns:r="http://schemas.openxmlformats.org/officeDocument/2006/relationships" id="2147483650" r:id="Rbdc741f02e9c4994"/>
    <p:sldLayoutId xmlns:r="http://schemas.openxmlformats.org/officeDocument/2006/relationships" id="2147483651" r:id="Rf1ba114d2ed448d1"/>
    <p:sldLayoutId xmlns:r="http://schemas.openxmlformats.org/officeDocument/2006/relationships" id="2147483652" r:id="Rc5aedb8a24ab4fab"/>
    <p:sldLayoutId xmlns:r="http://schemas.openxmlformats.org/officeDocument/2006/relationships" id="2147483653" r:id="R5b6c2dcf139d4795"/>
    <p:sldLayoutId xmlns:r="http://schemas.openxmlformats.org/officeDocument/2006/relationships" id="2147483654" r:id="R2f5fd3d964da49f3"/>
    <p:sldLayoutId xmlns:r="http://schemas.openxmlformats.org/officeDocument/2006/relationships" id="2147483655" r:id="R5e28311238104be2"/>
    <p:sldLayoutId xmlns:r="http://schemas.openxmlformats.org/officeDocument/2006/relationships" id="2147483656" r:id="R2b31cff0b4cf4667"/>
    <p:sldLayoutId xmlns:r="http://schemas.openxmlformats.org/officeDocument/2006/relationships" id="2147483657" r:id="R7c6d698a4df64291"/>
    <p:sldLayoutId xmlns:r="http://schemas.openxmlformats.org/officeDocument/2006/relationships" id="2147483658" r:id="Rfffa0f29bdcb41d9"/>
    <p:sldLayoutId xmlns:r="http://schemas.openxmlformats.org/officeDocument/2006/relationships" id="2147483659" r:id="Rc26bcbfca96f41ed"/>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9df4def5ed487c" /><Relationship Type="http://schemas.openxmlformats.org/officeDocument/2006/relationships/image" Target="/ppt/media/image.jpeg" Id="Rf1b02f3bf89247c9" /><Relationship Type="http://schemas.openxmlformats.org/officeDocument/2006/relationships/image" Target="/ppt/media/image.svg" Id="R5ccea93e79b04dbb" /><Relationship Type="http://schemas.openxmlformats.org/officeDocument/2006/relationships/image" Target="/ppt/media/image.png" Id="Re349184916934adf" /><Relationship Type="http://schemas.openxmlformats.org/officeDocument/2006/relationships/image" Target="/ppt/media/image2.svg" Id="Rf279d70567734252" /><Relationship Type="http://schemas.openxmlformats.org/officeDocument/2006/relationships/image" Target="/ppt/media/image2.png" Id="Rfceaacb972eb430c" /><Relationship Type="http://schemas.openxmlformats.org/officeDocument/2006/relationships/image" Target="/ppt/media/image3.png" Id="R972cccf377c24a68" /><Relationship Type="http://schemas.openxmlformats.org/officeDocument/2006/relationships/image" Target="/ppt/media/image4.png" Id="R4a9bb5f04a6047a1" /><Relationship Type="http://schemas.openxmlformats.org/officeDocument/2006/relationships/image" Target="/ppt/media/image5.png" Id="R380b7620f2964c66" /><Relationship Type="http://schemas.openxmlformats.org/officeDocument/2006/relationships/image" Target="/ppt/media/image6.png" Id="Raaaaa86092d647ad" /><Relationship Type="http://schemas.openxmlformats.org/officeDocument/2006/relationships/image" Target="/ppt/media/image7.png" Id="Raa94a828b4f9401c" /><Relationship Type="http://schemas.openxmlformats.org/officeDocument/2006/relationships/image" Target="/ppt/media/image8.png" Id="R07776171de30427f" /><Relationship Type="http://schemas.openxmlformats.org/officeDocument/2006/relationships/image" Target="/ppt/media/image9.png" Id="Redc20eb8a64f441d" /><Relationship Type="http://schemas.openxmlformats.org/officeDocument/2006/relationships/image" Target="/ppt/media/image10.png" Id="R059dfe3ac18440e9" /><Relationship Type="http://schemas.openxmlformats.org/officeDocument/2006/relationships/image" Target="/ppt/media/image11.png" Id="R57c9a93ac78c4441" /><Relationship Type="http://schemas.openxmlformats.org/officeDocument/2006/relationships/image" Target="/ppt/media/image12.png" Id="R6551975d1c734d0c" /><Relationship Type="http://schemas.openxmlformats.org/officeDocument/2006/relationships/image" Target="/ppt/media/image13.png" Id="R1b5b78353a144039" /><Relationship Type="http://schemas.openxmlformats.org/officeDocument/2006/relationships/notesSlide" Target="/ppt/notesSlides/notesSlide1.xml" Id="R75064d71e62f4d3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hteck">
            <a:extLst xmlns:a="http://schemas.openxmlformats.org/drawingml/2006/main">
              <a:ext uri="{FF2B5EF4-FFF2-40B4-BE49-F238E27FC236}">
                <a16:creationId xmlns:a16="http://schemas.microsoft.com/office/drawing/2014/main" id="{21AA5DBD-B2C7-405C-8A3E-D9133923CDA8}"/>
              </a:ext>
            </a:extLst>
          </p:cNvPr>
          <p:cNvSpPr>
            <a:spLocks xmlns:a="http://schemas.openxmlformats.org/drawingml/2006/main" noGrp="1"/>
          </p:cNvSpPr>
          <p:nvPr/>
        </p:nvSpPr>
        <p:spPr>
          <a:xfrm xmlns:a="http://schemas.openxmlformats.org/drawingml/2006/main">
            <a:off x="0" y="7430"/>
            <a:ext cx="2424684" cy="9898571"/>
          </a:xfrm>
          <a:prstGeom xmlns:a="http://schemas.openxmlformats.org/drawingml/2006/main" prst="rect">
            <a:avLst/>
          </a:prstGeom>
          <a:solidFill xmlns:a="http://schemas.openxmlformats.org/drawingml/2006/main">
            <a:srgbClr val="3399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xmlns:a="http://schemas.openxmlformats.org/drawingml/2006/main">
              <a:ext uri="{FF2B5EF4-FFF2-40B4-BE49-F238E27FC236}">
                <a16:creationId xmlns:a16="http://schemas.microsoft.com/office/drawing/2014/main" id="{6BD9946B-7A65-4B0F-A0FB-E8CC35677CB9}"/>
              </a:ext>
            </a:extLst>
          </p:cNvPr>
          <p:cNvSpPr>
            <a:spLocks xmlns:a="http://schemas.openxmlformats.org/drawingml/2006/main" noGrp="1"/>
          </p:cNvSpPr>
          <p:nvPr/>
        </p:nvSpPr>
        <p:spPr>
          <a:xfrm xmlns:a="http://schemas.openxmlformats.org/drawingml/2006/main">
            <a:off x="565499" y="70199"/>
            <a:ext cx="1340072" cy="1340072"/>
          </a:xfrm>
          <a:prstGeom xmlns:a="http://schemas.openxmlformats.org/drawingml/2006/main" prst="ellipse">
            <a:avLst/>
          </a:prstGeom>
          <a:noFill xmlns:a="http://schemas.openxmlformats.org/drawingml/2006/main"/>
          <a:ln xmlns:a="http://schemas.openxmlformats.org/drawingml/2006/main" w="5715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7" name="Grafik 6">
            <a:extLst xmlns:a="http://schemas.openxmlformats.org/drawingml/2006/main">
              <a:ext uri="{FF2B5EF4-FFF2-40B4-BE49-F238E27FC236}">
                <a16:creationId xmlns:a16="http://schemas.microsoft.com/office/drawing/2014/main" id="{09509A65-AA27-4519-A5E9-30055DC08F63}"/>
              </a:ext>
            </a:extLst>
          </p:cNvPr>
          <p:cNvPicPr>
            <a:picLocks xmlns:a="http://schemas.openxmlformats.org/drawingml/2006/main" noChangeAspect="1"/>
          </p:cNvPicPr>
          <p:nvPr/>
        </p:nvPicPr>
        <p:blipFill>
          <a:blip xmlns:r="http://schemas.openxmlformats.org/officeDocument/2006/relationships" xmlns:a="http://schemas.openxmlformats.org/drawingml/2006/main" r:embed="Rf1b02f3bf89247c9">
            <a:extLst>
              <a:ext uri="{96DAC541-7B7A-43D3-8B79-37D633B846F1}">
                <asvg:svgBlip xmlns:asvg="http://schemas.microsoft.com/office/drawing/2016/SVG/main" r:embed="R5ccea93e79b04dbb"/>
              </a:ext>
            </a:extLst>
          </a:blip>
          <a:stretch xmlns:a="http://schemas.openxmlformats.org/drawingml/2006/main">
            <a:fillRect l="0" t="0" r="0" b="0"/>
          </a:stretch>
        </p:blipFill>
        <p:spPr>
          <a:xfrm xmlns:a="http://schemas.openxmlformats.org/drawingml/2006/main">
            <a:off x="1137266" y="485943"/>
            <a:ext cx="701888" cy="701888"/>
          </a:xfrm>
          <a:prstGeom xmlns:a="http://schemas.openxmlformats.org/drawingml/2006/main" prst="rect">
            <a:avLst/>
          </a:prstGeom>
        </p:spPr>
      </p:pic>
      <p:pic>
        <p:nvPicPr>
          <p:cNvPr id="198" name="Grafik 8">
            <a:extLst xmlns:a="http://schemas.openxmlformats.org/drawingml/2006/main">
              <a:ext uri="{FF2B5EF4-FFF2-40B4-BE49-F238E27FC236}">
                <a16:creationId xmlns:a16="http://schemas.microsoft.com/office/drawing/2014/main" id="{5D1CC34C-14CC-4010-AA59-205A4B7F3258}"/>
              </a:ext>
            </a:extLst>
          </p:cNvPr>
          <p:cNvPicPr>
            <a:picLocks xmlns:a="http://schemas.openxmlformats.org/drawingml/2006/main" noChangeAspect="1"/>
          </p:cNvPicPr>
          <p:nvPr/>
        </p:nvPicPr>
        <p:blipFill>
          <a:blip xmlns:r="http://schemas.openxmlformats.org/officeDocument/2006/relationships" xmlns:a="http://schemas.openxmlformats.org/drawingml/2006/main" r:embed="Re349184916934adf">
            <a:extLst>
              <a:ext uri="{96DAC541-7B7A-43D3-8B79-37D633B846F1}">
                <asvg:svgBlip xmlns:asvg="http://schemas.microsoft.com/office/drawing/2016/SVG/main" r:embed="Rf279d70567734252"/>
              </a:ext>
            </a:extLst>
          </a:blip>
          <a:stretch xmlns:a="http://schemas.openxmlformats.org/drawingml/2006/main">
            <a:fillRect l="0" t="0" r="0" b="0"/>
          </a:stretch>
        </p:blipFill>
        <p:spPr>
          <a:xfrm xmlns:a="http://schemas.openxmlformats.org/drawingml/2006/main">
            <a:off x="592464" y="485944"/>
            <a:ext cx="701888" cy="701888"/>
          </a:xfrm>
          <a:prstGeom xmlns:a="http://schemas.openxmlformats.org/drawingml/2006/main" prst="rect">
            <a:avLst/>
          </a:prstGeom>
        </p:spPr>
      </p:pic>
      <p:pic>
        <p:nvPicPr>
          <p:cNvPr id="199" name="Grafik 16">
            <a:extLst xmlns:a="http://schemas.openxmlformats.org/drawingml/2006/main">
              <a:ext uri="{FF2B5EF4-FFF2-40B4-BE49-F238E27FC236}">
                <a16:creationId xmlns:a16="http://schemas.microsoft.com/office/drawing/2014/main" id="{AD6F34F1-9643-4898-AE74-A3975A185FE9}"/>
              </a:ext>
            </a:extLst>
          </p:cNvPr>
          <p:cNvPicPr>
            <a:picLocks xmlns:a="http://schemas.openxmlformats.org/drawingml/2006/main" noChangeAspect="1"/>
          </p:cNvPicPr>
          <p:nvPr/>
        </p:nvPicPr>
        <p:blipFill>
          <a:blip xmlns:r="http://schemas.openxmlformats.org/officeDocument/2006/relationships" xmlns:a="http://schemas.openxmlformats.org/drawingml/2006/main" r:embed="Rfceaacb972eb430c"/>
          <a:stretch xmlns:a="http://schemas.openxmlformats.org/drawingml/2006/main">
            <a:fillRect l="0" t="0" r="0" b="0"/>
          </a:stretch>
        </p:blipFill>
        <p:spPr>
          <a:xfrm xmlns:a="http://schemas.openxmlformats.org/drawingml/2006/main">
            <a:off x="214066" y="8627364"/>
            <a:ext cx="265742" cy="265742"/>
          </a:xfrm>
          <a:prstGeom xmlns:a="http://schemas.openxmlformats.org/drawingml/2006/main" prst="rect">
            <a:avLst/>
          </a:prstGeom>
        </p:spPr>
      </p:pic>
      <p:pic>
        <p:nvPicPr>
          <p:cNvPr id="200" name="Grafik 18">
            <a:extLst xmlns:a="http://schemas.openxmlformats.org/drawingml/2006/main">
              <a:ext uri="{FF2B5EF4-FFF2-40B4-BE49-F238E27FC236}">
                <a16:creationId xmlns:a16="http://schemas.microsoft.com/office/drawing/2014/main" id="{14204E58-92F1-4D27-8835-D83625C6FB42}"/>
              </a:ext>
            </a:extLst>
          </p:cNvPr>
          <p:cNvPicPr>
            <a:picLocks xmlns:a="http://schemas.openxmlformats.org/drawingml/2006/main" noChangeAspect="1"/>
          </p:cNvPicPr>
          <p:nvPr/>
        </p:nvPicPr>
        <p:blipFill>
          <a:blip xmlns:r="http://schemas.openxmlformats.org/officeDocument/2006/relationships" xmlns:a="http://schemas.openxmlformats.org/drawingml/2006/main" r:embed="R972cccf377c24a68"/>
          <a:stretch xmlns:a="http://schemas.openxmlformats.org/drawingml/2006/main">
            <a:fillRect l="0" t="0" r="0" b="0"/>
          </a:stretch>
        </p:blipFill>
        <p:spPr>
          <a:xfrm xmlns:a="http://schemas.openxmlformats.org/drawingml/2006/main">
            <a:off x="587532" y="8627364"/>
            <a:ext cx="265742" cy="265742"/>
          </a:xfrm>
          <a:prstGeom xmlns:a="http://schemas.openxmlformats.org/drawingml/2006/main" prst="rect">
            <a:avLst/>
          </a:prstGeom>
        </p:spPr>
      </p:pic>
      <p:pic>
        <p:nvPicPr>
          <p:cNvPr id="201" name="Grafik 20">
            <a:extLst xmlns:a="http://schemas.openxmlformats.org/drawingml/2006/main">
              <a:ext uri="{FF2B5EF4-FFF2-40B4-BE49-F238E27FC236}">
                <a16:creationId xmlns:a16="http://schemas.microsoft.com/office/drawing/2014/main" id="{63518262-8546-4106-9B35-4743CDC06480}"/>
              </a:ext>
            </a:extLst>
          </p:cNvPr>
          <p:cNvPicPr>
            <a:picLocks xmlns:a="http://schemas.openxmlformats.org/drawingml/2006/main" noChangeAspect="1"/>
          </p:cNvPicPr>
          <p:nvPr/>
        </p:nvPicPr>
        <p:blipFill>
          <a:blip xmlns:r="http://schemas.openxmlformats.org/officeDocument/2006/relationships" xmlns:a="http://schemas.openxmlformats.org/drawingml/2006/main" r:embed="R4a9bb5f04a6047a1"/>
          <a:stretch xmlns:a="http://schemas.openxmlformats.org/drawingml/2006/main">
            <a:fillRect l="0" t="0" r="0" b="0"/>
          </a:stretch>
        </p:blipFill>
        <p:spPr>
          <a:xfrm xmlns:a="http://schemas.openxmlformats.org/drawingml/2006/main">
            <a:off x="989085" y="8607554"/>
            <a:ext cx="265742" cy="265742"/>
          </a:xfrm>
          <a:prstGeom xmlns:a="http://schemas.openxmlformats.org/drawingml/2006/main" prst="rect">
            <a:avLst/>
          </a:prstGeom>
        </p:spPr>
      </p:pic>
      <p:pic>
        <p:nvPicPr>
          <p:cNvPr id="202" name="Grafik 22">
            <a:extLst xmlns:a="http://schemas.openxmlformats.org/drawingml/2006/main">
              <a:ext uri="{FF2B5EF4-FFF2-40B4-BE49-F238E27FC236}">
                <a16:creationId xmlns:a16="http://schemas.microsoft.com/office/drawing/2014/main" id="{98AAB78A-C89D-42E9-9299-6981DC63D17A}"/>
              </a:ext>
            </a:extLst>
          </p:cNvPr>
          <p:cNvPicPr>
            <a:picLocks xmlns:a="http://schemas.openxmlformats.org/drawingml/2006/main" noChangeAspect="1"/>
          </p:cNvPicPr>
          <p:nvPr/>
        </p:nvPicPr>
        <p:blipFill>
          <a:blip xmlns:r="http://schemas.openxmlformats.org/officeDocument/2006/relationships" xmlns:a="http://schemas.openxmlformats.org/drawingml/2006/main" r:embed="R380b7620f2964c66"/>
          <a:stretch xmlns:a="http://schemas.openxmlformats.org/drawingml/2006/main">
            <a:fillRect l="0" t="0" r="0" b="0"/>
          </a:stretch>
        </p:blipFill>
        <p:spPr>
          <a:xfrm xmlns:a="http://schemas.openxmlformats.org/drawingml/2006/main">
            <a:off x="192676" y="9197885"/>
            <a:ext cx="265742" cy="265742"/>
          </a:xfrm>
          <a:prstGeom xmlns:a="http://schemas.openxmlformats.org/drawingml/2006/main" prst="rect">
            <a:avLst/>
          </a:prstGeom>
        </p:spPr>
      </p:pic>
      <p:pic>
        <p:nvPicPr>
          <p:cNvPr id="203" name="Grafik 24">
            <a:extLst xmlns:a="http://schemas.openxmlformats.org/drawingml/2006/main">
              <a:ext uri="{FF2B5EF4-FFF2-40B4-BE49-F238E27FC236}">
                <a16:creationId xmlns:a16="http://schemas.microsoft.com/office/drawing/2014/main" id="{3F200F7C-9277-473F-B142-278626CDB9BC}"/>
              </a:ext>
            </a:extLst>
          </p:cNvPr>
          <p:cNvPicPr>
            <a:picLocks xmlns:a="http://schemas.openxmlformats.org/drawingml/2006/main" noChangeAspect="1"/>
          </p:cNvPicPr>
          <p:nvPr/>
        </p:nvPicPr>
        <p:blipFill>
          <a:blip xmlns:r="http://schemas.openxmlformats.org/officeDocument/2006/relationships" xmlns:a="http://schemas.openxmlformats.org/drawingml/2006/main" r:embed="Raaaaa86092d647ad"/>
          <a:stretch xmlns:a="http://schemas.openxmlformats.org/drawingml/2006/main">
            <a:fillRect l="0" t="0" r="0" b="0"/>
          </a:stretch>
        </p:blipFill>
        <p:spPr>
          <a:xfrm xmlns:a="http://schemas.openxmlformats.org/drawingml/2006/main">
            <a:off x="557675" y="9209255"/>
            <a:ext cx="265742" cy="265742"/>
          </a:xfrm>
          <a:prstGeom xmlns:a="http://schemas.openxmlformats.org/drawingml/2006/main" prst="rect">
            <a:avLst/>
          </a:prstGeom>
        </p:spPr>
      </p:pic>
      <p:pic>
        <p:nvPicPr>
          <p:cNvPr id="204" name="Grafik 26">
            <a:extLst xmlns:a="http://schemas.openxmlformats.org/drawingml/2006/main">
              <a:ext uri="{FF2B5EF4-FFF2-40B4-BE49-F238E27FC236}">
                <a16:creationId xmlns:a16="http://schemas.microsoft.com/office/drawing/2014/main" id="{28C956AB-5BB9-4358-8B3D-74828D3E35C4}"/>
              </a:ext>
            </a:extLst>
          </p:cNvPr>
          <p:cNvPicPr>
            <a:picLocks xmlns:a="http://schemas.openxmlformats.org/drawingml/2006/main" noChangeAspect="1"/>
          </p:cNvPicPr>
          <p:nvPr/>
        </p:nvPicPr>
        <p:blipFill>
          <a:blip xmlns:r="http://schemas.openxmlformats.org/officeDocument/2006/relationships" xmlns:a="http://schemas.openxmlformats.org/drawingml/2006/main" r:embed="Raa94a828b4f9401c"/>
          <a:stretch xmlns:a="http://schemas.openxmlformats.org/drawingml/2006/main">
            <a:fillRect l="0" t="0" r="0" b="0"/>
          </a:stretch>
        </p:blipFill>
        <p:spPr>
          <a:xfrm xmlns:a="http://schemas.openxmlformats.org/drawingml/2006/main">
            <a:off x="157117" y="2643818"/>
            <a:ext cx="336384" cy="336384"/>
          </a:xfrm>
          <a:prstGeom xmlns:a="http://schemas.openxmlformats.org/drawingml/2006/main" prst="rect">
            <a:avLst/>
          </a:prstGeom>
        </p:spPr>
      </p:pic>
      <p:sp>
        <p:nvSpPr>
          <p:cNvPr id="28" name="Rechteck">
            <a:extLst xmlns:a="http://schemas.openxmlformats.org/drawingml/2006/main">
              <a:ext uri="{FF2B5EF4-FFF2-40B4-BE49-F238E27FC236}">
                <a16:creationId xmlns:a16="http://schemas.microsoft.com/office/drawing/2014/main" id="{4750C0A6-490D-4A49-8A18-E73489E56FE9}"/>
              </a:ext>
            </a:extLst>
          </p:cNvPr>
          <p:cNvSpPr>
            <a:spLocks xmlns:a="http://schemas.openxmlformats.org/drawingml/2006/main" noGrp="1"/>
          </p:cNvSpPr>
          <p:nvPr/>
        </p:nvSpPr>
        <p:spPr>
          <a:xfrm xmlns:a="http://schemas.openxmlformats.org/drawingml/2006/main">
            <a:off x="2418207" y="0"/>
            <a:ext cx="147638" cy="966311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sp>
        <p:nvSpPr>
          <p:cNvPr id="30" name="Rechtwinkliges Dreieck 29">
            <a:extLst xmlns:a="http://schemas.openxmlformats.org/drawingml/2006/main">
              <a:ext uri="{FF2B5EF4-FFF2-40B4-BE49-F238E27FC236}">
                <a16:creationId xmlns:a16="http://schemas.microsoft.com/office/drawing/2014/main" id="{F58D6FA0-8034-4CC5-8929-30729B0E12D2}"/>
              </a:ext>
            </a:extLst>
          </p:cNvPr>
          <p:cNvSpPr>
            <a:spLocks xmlns:a="http://schemas.openxmlformats.org/drawingml/2006/main" noGrp="1"/>
          </p:cNvSpPr>
          <p:nvPr/>
        </p:nvSpPr>
        <p:spPr>
          <a:xfrm xmlns:a="http://schemas.openxmlformats.org/drawingml/2006/main" rot="5400000">
            <a:off x="2372011" y="9709309"/>
            <a:ext cx="239935" cy="147638"/>
          </a:xfrm>
          <a:prstGeom xmlns:a="http://schemas.openxmlformats.org/drawingml/2006/main" prst="rtTriangle">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pic>
        <p:nvPicPr>
          <p:cNvPr id="207" name="Grafik 38">
            <a:extLst xmlns:a="http://schemas.openxmlformats.org/drawingml/2006/main">
              <a:ext uri="{FF2B5EF4-FFF2-40B4-BE49-F238E27FC236}">
                <a16:creationId xmlns:a16="http://schemas.microsoft.com/office/drawing/2014/main" id="{B2AAF0E9-BC4B-45D1-A2D4-E47DD76DF796}"/>
              </a:ext>
            </a:extLst>
          </p:cNvPr>
          <p:cNvPicPr>
            <a:picLocks xmlns:a="http://schemas.openxmlformats.org/drawingml/2006/main" noChangeAspect="1"/>
          </p:cNvPicPr>
          <p:nvPr/>
        </p:nvPicPr>
        <p:blipFill>
          <a:blip xmlns:r="http://schemas.openxmlformats.org/officeDocument/2006/relationships" xmlns:a="http://schemas.openxmlformats.org/drawingml/2006/main" r:embed="R07776171de30427f"/>
          <a:stretch xmlns:a="http://schemas.openxmlformats.org/drawingml/2006/main">
            <a:fillRect l="0" t="0" r="0" b="0"/>
          </a:stretch>
        </p:blipFill>
        <p:spPr>
          <a:xfrm xmlns:a="http://schemas.openxmlformats.org/drawingml/2006/main">
            <a:off x="1426017" y="8616954"/>
            <a:ext cx="265742" cy="265742"/>
          </a:xfrm>
          <a:prstGeom xmlns:a="http://schemas.openxmlformats.org/drawingml/2006/main" prst="rect">
            <a:avLst/>
          </a:prstGeom>
        </p:spPr>
      </p:pic>
      <p:pic>
        <p:nvPicPr>
          <p:cNvPr id="208" name="Grafik 40">
            <a:extLst xmlns:a="http://schemas.openxmlformats.org/drawingml/2006/main">
              <a:ext uri="{FF2B5EF4-FFF2-40B4-BE49-F238E27FC236}">
                <a16:creationId xmlns:a16="http://schemas.microsoft.com/office/drawing/2014/main" id="{0EB55B3E-4F76-4338-9C95-FFCC4E4DEAC7}"/>
              </a:ext>
            </a:extLst>
          </p:cNvPr>
          <p:cNvPicPr>
            <a:picLocks xmlns:a="http://schemas.openxmlformats.org/drawingml/2006/main" noChangeAspect="1"/>
          </p:cNvPicPr>
          <p:nvPr/>
        </p:nvPicPr>
        <p:blipFill>
          <a:blip xmlns:r="http://schemas.openxmlformats.org/officeDocument/2006/relationships" xmlns:a="http://schemas.openxmlformats.org/drawingml/2006/main" r:embed="Redc20eb8a64f441d"/>
          <a:stretch xmlns:a="http://schemas.openxmlformats.org/drawingml/2006/main">
            <a:fillRect l="0" t="0" r="0" b="0"/>
          </a:stretch>
        </p:blipFill>
        <p:spPr>
          <a:xfrm xmlns:a="http://schemas.openxmlformats.org/drawingml/2006/main">
            <a:off x="961029" y="9197885"/>
            <a:ext cx="265742" cy="265742"/>
          </a:xfrm>
          <a:prstGeom xmlns:a="http://schemas.openxmlformats.org/drawingml/2006/main" prst="rect">
            <a:avLst/>
          </a:prstGeom>
        </p:spPr>
      </p:pic>
      <p:sp>
        <p:nvSpPr>
          <p:cNvPr id="46" name="40%">
            <a:extLst xmlns:a="http://schemas.openxmlformats.org/drawingml/2006/main">
              <a:ext uri="{FF2B5EF4-FFF2-40B4-BE49-F238E27FC236}">
                <a16:creationId xmlns:a16="http://schemas.microsoft.com/office/drawing/2014/main" id="{B105F850-775B-4953-9FDA-6173836F405B}"/>
              </a:ext>
            </a:extLst>
          </p:cNvPr>
          <p:cNvSpPr>
            <a:spLocks xmlns:a="http://schemas.openxmlformats.org/drawingml/2006/main" noGrp="1"/>
          </p:cNvSpPr>
          <p:nvPr/>
        </p:nvSpPr>
        <p:spPr>
          <a:xfrm xmlns:a="http://schemas.openxmlformats.org/drawingml/2006/main">
            <a:off x="14182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7" name="5%">
            <a:extLst xmlns:a="http://schemas.openxmlformats.org/drawingml/2006/main">
              <a:ext uri="{FF2B5EF4-FFF2-40B4-BE49-F238E27FC236}">
                <a16:creationId xmlns:a16="http://schemas.microsoft.com/office/drawing/2014/main" id="{B761FD74-41CC-4517-8360-224480B54095}"/>
              </a:ext>
            </a:extLst>
          </p:cNvPr>
          <p:cNvSpPr>
            <a:spLocks xmlns:a="http://schemas.openxmlformats.org/drawingml/2006/main" noGrp="1"/>
          </p:cNvSpPr>
          <p:nvPr/>
        </p:nvSpPr>
        <p:spPr>
          <a:xfrm xmlns:a="http://schemas.openxmlformats.org/drawingml/2006/main">
            <a:off x="1032605" y="8946356"/>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8" name="15%">
            <a:extLst xmlns:a="http://schemas.openxmlformats.org/drawingml/2006/main">
              <a:ext uri="{FF2B5EF4-FFF2-40B4-BE49-F238E27FC236}">
                <a16:creationId xmlns:a16="http://schemas.microsoft.com/office/drawing/2014/main" id="{B3AFBE9D-3B87-4EEE-A4DC-243DAB4A00FF}"/>
              </a:ext>
            </a:extLst>
          </p:cNvPr>
          <p:cNvSpPr>
            <a:spLocks xmlns:a="http://schemas.openxmlformats.org/drawingml/2006/main" noGrp="1"/>
          </p:cNvSpPr>
          <p:nvPr/>
        </p:nvSpPr>
        <p:spPr>
          <a:xfrm xmlns:a="http://schemas.openxmlformats.org/drawingml/2006/main">
            <a:off x="57016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40%</a:t>
            </a:r>
          </a:p>
        </p:txBody>
      </p:sp>
      <p:sp>
        <p:nvSpPr>
          <p:cNvPr id="49" name="40%">
            <a:extLst xmlns:a="http://schemas.openxmlformats.org/drawingml/2006/main">
              <a:ext uri="{FF2B5EF4-FFF2-40B4-BE49-F238E27FC236}">
                <a16:creationId xmlns:a16="http://schemas.microsoft.com/office/drawing/2014/main" id="{141A722F-4165-4835-A979-F38C4B4AB514}"/>
              </a:ext>
            </a:extLst>
          </p:cNvPr>
          <p:cNvSpPr>
            <a:spLocks xmlns:a="http://schemas.openxmlformats.org/drawingml/2006/main" noGrp="1"/>
          </p:cNvSpPr>
          <p:nvPr/>
        </p:nvSpPr>
        <p:spPr>
          <a:xfrm xmlns:a="http://schemas.openxmlformats.org/drawingml/2006/main">
            <a:off x="529114"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0" name="0%">
            <a:extLst xmlns:a="http://schemas.openxmlformats.org/drawingml/2006/main">
              <a:ext uri="{FF2B5EF4-FFF2-40B4-BE49-F238E27FC236}">
                <a16:creationId xmlns:a16="http://schemas.microsoft.com/office/drawing/2014/main" id="{93267ABD-3B59-438D-939B-BF4207DA111D}"/>
              </a:ext>
            </a:extLst>
          </p:cNvPr>
          <p:cNvSpPr>
            <a:spLocks xmlns:a="http://schemas.openxmlformats.org/drawingml/2006/main" noGrp="1"/>
          </p:cNvSpPr>
          <p:nvPr/>
        </p:nvSpPr>
        <p:spPr>
          <a:xfrm xmlns:a="http://schemas.openxmlformats.org/drawingml/2006/main">
            <a:off x="936022"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50%</a:t>
            </a:r>
          </a:p>
        </p:txBody>
      </p:sp>
      <p:pic>
        <p:nvPicPr>
          <p:cNvPr id="214" name="Grafik 51">
            <a:extLst xmlns:a="http://schemas.openxmlformats.org/drawingml/2006/main">
              <a:ext uri="{FF2B5EF4-FFF2-40B4-BE49-F238E27FC236}">
                <a16:creationId xmlns:a16="http://schemas.microsoft.com/office/drawing/2014/main" id="{CFAEE0EC-A13A-42AF-975E-82867E33599F}"/>
              </a:ext>
            </a:extLst>
          </p:cNvPr>
          <p:cNvPicPr>
            <a:picLocks xmlns:a="http://schemas.openxmlformats.org/drawingml/2006/main" noChangeAspect="1"/>
          </p:cNvPicPr>
          <p:nvPr/>
        </p:nvPicPr>
        <p:blipFill>
          <a:blip xmlns:r="http://schemas.openxmlformats.org/officeDocument/2006/relationships" xmlns:a="http://schemas.openxmlformats.org/drawingml/2006/main" r:embed="R059dfe3ac18440e9"/>
          <a:stretch xmlns:a="http://schemas.openxmlformats.org/drawingml/2006/main">
            <a:fillRect l="0" t="0" r="0" b="0"/>
          </a:stretch>
        </p:blipFill>
        <p:spPr>
          <a:xfrm xmlns:a="http://schemas.openxmlformats.org/drawingml/2006/main">
            <a:off x="1888922" y="8656394"/>
            <a:ext cx="265743" cy="265743"/>
          </a:xfrm>
          <a:prstGeom xmlns:a="http://schemas.openxmlformats.org/drawingml/2006/main" prst="rect">
            <a:avLst/>
          </a:prstGeom>
        </p:spPr>
      </p:pic>
      <p:sp>
        <p:nvSpPr>
          <p:cNvPr id="53" name="40%">
            <a:extLst xmlns:a="http://schemas.openxmlformats.org/drawingml/2006/main">
              <a:ext uri="{FF2B5EF4-FFF2-40B4-BE49-F238E27FC236}">
                <a16:creationId xmlns:a16="http://schemas.microsoft.com/office/drawing/2014/main" id="{93F35EC7-36D9-4745-9986-C4FE7847053C}"/>
              </a:ext>
            </a:extLst>
          </p:cNvPr>
          <p:cNvSpPr>
            <a:spLocks xmlns:a="http://schemas.openxmlformats.org/drawingml/2006/main" noGrp="1"/>
          </p:cNvSpPr>
          <p:nvPr/>
        </p:nvSpPr>
        <p:spPr>
          <a:xfrm xmlns:a="http://schemas.openxmlformats.org/drawingml/2006/main">
            <a:off x="120396" y="9513761"/>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10%</a:t>
            </a:r>
          </a:p>
        </p:txBody>
      </p:sp>
      <p:sp>
        <p:nvSpPr>
          <p:cNvPr id="54" name="5%">
            <a:extLst xmlns:a="http://schemas.openxmlformats.org/drawingml/2006/main">
              <a:ext uri="{FF2B5EF4-FFF2-40B4-BE49-F238E27FC236}">
                <a16:creationId xmlns:a16="http://schemas.microsoft.com/office/drawing/2014/main" id="{42115540-9E2E-4549-A8B0-48B52CFC47CF}"/>
              </a:ext>
            </a:extLst>
          </p:cNvPr>
          <p:cNvSpPr>
            <a:spLocks xmlns:a="http://schemas.openxmlformats.org/drawingml/2006/main" noGrp="1"/>
          </p:cNvSpPr>
          <p:nvPr/>
        </p:nvSpPr>
        <p:spPr>
          <a:xfrm xmlns:a="http://schemas.openxmlformats.org/drawingml/2006/main">
            <a:off x="1445990"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6" name="5%">
            <a:extLst xmlns:a="http://schemas.openxmlformats.org/drawingml/2006/main">
              <a:ext uri="{FF2B5EF4-FFF2-40B4-BE49-F238E27FC236}">
                <a16:creationId xmlns:a16="http://schemas.microsoft.com/office/drawing/2014/main" id="{D9049078-B517-4566-B31B-5005796A8C8F}"/>
              </a:ext>
            </a:extLst>
          </p:cNvPr>
          <p:cNvSpPr>
            <a:spLocks xmlns:a="http://schemas.openxmlformats.org/drawingml/2006/main" noGrp="1"/>
          </p:cNvSpPr>
          <p:nvPr/>
        </p:nvSpPr>
        <p:spPr>
          <a:xfrm xmlns:a="http://schemas.openxmlformats.org/drawingml/2006/main">
            <a:off x="1830133" y="8953024"/>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7" name="Persönlichkeit">
            <a:extLst xmlns:a="http://schemas.openxmlformats.org/drawingml/2006/main">
              <a:ext uri="{FF2B5EF4-FFF2-40B4-BE49-F238E27FC236}">
                <a16:creationId xmlns:a16="http://schemas.microsoft.com/office/drawing/2014/main" id="{28B2D65B-7C0A-4540-9BB1-3A2BA1C3B320}"/>
              </a:ext>
            </a:extLst>
          </p:cNvPr>
          <p:cNvSpPr>
            <a:spLocks xmlns:a="http://schemas.openxmlformats.org/drawingml/2006/main" noGrp="1"/>
          </p:cNvSpPr>
          <p:nvPr/>
        </p:nvSpPr>
        <p:spPr>
          <a:xfrm xmlns:a="http://schemas.openxmlformats.org/drawingml/2006/main">
            <a:off x="134303" y="4389025"/>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Internet</a:t>
            </a:r>
          </a:p>
        </p:txBody>
      </p:sp>
      <p:sp>
        <p:nvSpPr>
          <p:cNvPr id="58" name="Extrovertiert">
            <a:extLst xmlns:a="http://schemas.openxmlformats.org/drawingml/2006/main">
              <a:ext uri="{FF2B5EF4-FFF2-40B4-BE49-F238E27FC236}">
                <a16:creationId xmlns:a16="http://schemas.microsoft.com/office/drawing/2014/main" id="{A8560577-5D82-4078-A956-BA30B12556FD}"/>
              </a:ext>
            </a:extLst>
          </p:cNvPr>
          <p:cNvSpPr>
            <a:spLocks xmlns:a="http://schemas.openxmlformats.org/drawingml/2006/main" noGrp="1"/>
          </p:cNvSpPr>
          <p:nvPr/>
        </p:nvSpPr>
        <p:spPr>
          <a:xfrm xmlns:a="http://schemas.openxmlformats.org/drawingml/2006/main">
            <a:off x="82772" y="5533549"/>
            <a:ext cx="889921"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Extrovertiert</a:t>
            </a:r>
          </a:p>
        </p:txBody>
      </p:sp>
      <p:sp>
        <p:nvSpPr>
          <p:cNvPr id="59" name="Introvertiert">
            <a:extLst xmlns:a="http://schemas.openxmlformats.org/drawingml/2006/main">
              <a:ext uri="{FF2B5EF4-FFF2-40B4-BE49-F238E27FC236}">
                <a16:creationId xmlns:a16="http://schemas.microsoft.com/office/drawing/2014/main" id="{124657A9-77EC-40D8-B30E-DCE00AD3FC02}"/>
              </a:ext>
            </a:extLst>
          </p:cNvPr>
          <p:cNvSpPr>
            <a:spLocks xmlns:a="http://schemas.openxmlformats.org/drawingml/2006/main" noGrp="1"/>
          </p:cNvSpPr>
          <p:nvPr/>
        </p:nvSpPr>
        <p:spPr>
          <a:xfrm xmlns:a="http://schemas.openxmlformats.org/drawingml/2006/main">
            <a:off x="1388078" y="5537645"/>
            <a:ext cx="85267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Introvertiert</a:t>
            </a:r>
          </a:p>
        </p:txBody>
      </p:sp>
      <p:sp>
        <p:nvSpPr>
          <p:cNvPr id="60" name="Planer">
            <a:extLst xmlns:a="http://schemas.openxmlformats.org/drawingml/2006/main">
              <a:ext uri="{FF2B5EF4-FFF2-40B4-BE49-F238E27FC236}">
                <a16:creationId xmlns:a16="http://schemas.microsoft.com/office/drawing/2014/main" id="{D0FE18F3-FED4-4291-A264-345476A3EB02}"/>
              </a:ext>
            </a:extLst>
          </p:cNvPr>
          <p:cNvSpPr>
            <a:spLocks xmlns:a="http://schemas.openxmlformats.org/drawingml/2006/main" noGrp="1"/>
          </p:cNvSpPr>
          <p:nvPr/>
        </p:nvSpPr>
        <p:spPr>
          <a:xfrm xmlns:a="http://schemas.openxmlformats.org/drawingml/2006/main">
            <a:off x="77057" y="5893213"/>
            <a:ext cx="1022699"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Planer</a:t>
            </a:r>
          </a:p>
        </p:txBody>
      </p:sp>
      <p:sp>
        <p:nvSpPr>
          <p:cNvPr id="61" name="Spontan">
            <a:extLst xmlns:a="http://schemas.openxmlformats.org/drawingml/2006/main">
              <a:ext uri="{FF2B5EF4-FFF2-40B4-BE49-F238E27FC236}">
                <a16:creationId xmlns:a16="http://schemas.microsoft.com/office/drawing/2014/main" id="{88C99627-9916-45EB-B20F-0BCF83C38230}"/>
              </a:ext>
            </a:extLst>
          </p:cNvPr>
          <p:cNvSpPr>
            <a:spLocks xmlns:a="http://schemas.openxmlformats.org/drawingml/2006/main" noGrp="1"/>
          </p:cNvSpPr>
          <p:nvPr/>
        </p:nvSpPr>
        <p:spPr>
          <a:xfrm xmlns:a="http://schemas.openxmlformats.org/drawingml/2006/main">
            <a:off x="1566005" y="5893213"/>
            <a:ext cx="61245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Spontan</a:t>
            </a:r>
          </a:p>
        </p:txBody>
      </p:sp>
      <p:sp>
        <p:nvSpPr>
          <p:cNvPr id="62" name="Fühlen">
            <a:extLst xmlns:a="http://schemas.openxmlformats.org/drawingml/2006/main">
              <a:ext uri="{FF2B5EF4-FFF2-40B4-BE49-F238E27FC236}">
                <a16:creationId xmlns:a16="http://schemas.microsoft.com/office/drawing/2014/main" id="{6747BE4F-8950-43D7-92CD-F1E0184B75EA}"/>
              </a:ext>
            </a:extLst>
          </p:cNvPr>
          <p:cNvSpPr>
            <a:spLocks xmlns:a="http://schemas.openxmlformats.org/drawingml/2006/main" noGrp="1"/>
          </p:cNvSpPr>
          <p:nvPr/>
        </p:nvSpPr>
        <p:spPr>
          <a:xfrm xmlns:a="http://schemas.openxmlformats.org/drawingml/2006/main">
            <a:off x="1725644" y="6265355"/>
            <a:ext cx="69227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Fühlen</a:t>
            </a:r>
          </a:p>
        </p:txBody>
      </p:sp>
      <p:sp>
        <p:nvSpPr>
          <p:cNvPr id="63" name="Konservativ">
            <a:extLst xmlns:a="http://schemas.openxmlformats.org/drawingml/2006/main">
              <a:ext uri="{FF2B5EF4-FFF2-40B4-BE49-F238E27FC236}">
                <a16:creationId xmlns:a16="http://schemas.microsoft.com/office/drawing/2014/main" id="{5CA6DB11-9BCE-46D7-BD8F-B487B45784CC}"/>
              </a:ext>
            </a:extLst>
          </p:cNvPr>
          <p:cNvSpPr>
            <a:spLocks xmlns:a="http://schemas.openxmlformats.org/drawingml/2006/main" noGrp="1"/>
          </p:cNvSpPr>
          <p:nvPr/>
        </p:nvSpPr>
        <p:spPr>
          <a:xfrm xmlns:a="http://schemas.openxmlformats.org/drawingml/2006/main">
            <a:off x="82296" y="6663404"/>
            <a:ext cx="83848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Konservativ</a:t>
            </a:r>
          </a:p>
        </p:txBody>
      </p:sp>
      <p:sp>
        <p:nvSpPr>
          <p:cNvPr id="64" name="Liberal">
            <a:extLst xmlns:a="http://schemas.openxmlformats.org/drawingml/2006/main">
              <a:ext uri="{FF2B5EF4-FFF2-40B4-BE49-F238E27FC236}">
                <a16:creationId xmlns:a16="http://schemas.microsoft.com/office/drawing/2014/main" id="{CBB632E1-2BE6-4B4E-8ECF-5009DEBD8877}"/>
              </a:ext>
            </a:extLst>
          </p:cNvPr>
          <p:cNvSpPr>
            <a:spLocks xmlns:a="http://schemas.openxmlformats.org/drawingml/2006/main" noGrp="1"/>
          </p:cNvSpPr>
          <p:nvPr/>
        </p:nvSpPr>
        <p:spPr>
          <a:xfrm xmlns:a="http://schemas.openxmlformats.org/drawingml/2006/main">
            <a:off x="1765078" y="6649879"/>
            <a:ext cx="51939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Liberal</a:t>
            </a:r>
          </a:p>
        </p:txBody>
      </p:sp>
      <p:sp>
        <p:nvSpPr>
          <p:cNvPr id="65" name="Anführer">
            <a:extLst xmlns:a="http://schemas.openxmlformats.org/drawingml/2006/main">
              <a:ext uri="{FF2B5EF4-FFF2-40B4-BE49-F238E27FC236}">
                <a16:creationId xmlns:a16="http://schemas.microsoft.com/office/drawing/2014/main" id="{263BF284-5B72-4F84-A1D0-EB617316CB00}"/>
              </a:ext>
            </a:extLst>
          </p:cNvPr>
          <p:cNvSpPr>
            <a:spLocks xmlns:a="http://schemas.openxmlformats.org/drawingml/2006/main" noGrp="1"/>
          </p:cNvSpPr>
          <p:nvPr/>
        </p:nvSpPr>
        <p:spPr>
          <a:xfrm xmlns:a="http://schemas.openxmlformats.org/drawingml/2006/main">
            <a:off x="104394" y="7101364"/>
            <a:ext cx="64722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Anführer</a:t>
            </a:r>
          </a:p>
        </p:txBody>
      </p:sp>
      <p:sp>
        <p:nvSpPr>
          <p:cNvPr id="66" name="Nachahmer">
            <a:extLst xmlns:a="http://schemas.openxmlformats.org/drawingml/2006/main">
              <a:ext uri="{FF2B5EF4-FFF2-40B4-BE49-F238E27FC236}">
                <a16:creationId xmlns:a16="http://schemas.microsoft.com/office/drawing/2014/main" id="{D5226E57-86B7-4C63-B917-4FDDC04A6B2B}"/>
              </a:ext>
            </a:extLst>
          </p:cNvPr>
          <p:cNvSpPr>
            <a:spLocks xmlns:a="http://schemas.openxmlformats.org/drawingml/2006/main" noGrp="1"/>
          </p:cNvSpPr>
          <p:nvPr/>
        </p:nvSpPr>
        <p:spPr>
          <a:xfrm xmlns:a="http://schemas.openxmlformats.org/drawingml/2006/main">
            <a:off x="1453706" y="7069741"/>
            <a:ext cx="839343"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Nachahmer</a:t>
            </a:r>
          </a:p>
        </p:txBody>
      </p:sp>
      <p:sp>
        <p:nvSpPr>
          <p:cNvPr id="67" name="Internet">
            <a:extLst xmlns:a="http://schemas.openxmlformats.org/drawingml/2006/main">
              <a:ext uri="{FF2B5EF4-FFF2-40B4-BE49-F238E27FC236}">
                <a16:creationId xmlns:a16="http://schemas.microsoft.com/office/drawing/2014/main" id="{74A13C56-17B0-4C31-9510-B5E300B78A64}"/>
              </a:ext>
            </a:extLst>
          </p:cNvPr>
          <p:cNvSpPr>
            <a:spLocks xmlns:a="http://schemas.openxmlformats.org/drawingml/2006/main" noGrp="1"/>
          </p:cNvSpPr>
          <p:nvPr/>
        </p:nvSpPr>
        <p:spPr>
          <a:xfrm xmlns:a="http://schemas.openxmlformats.org/drawingml/2006/main">
            <a:off x="101251" y="3669887"/>
            <a:ext cx="961930"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Technologie</a:t>
            </a:r>
          </a:p>
        </p:txBody>
      </p:sp>
      <p:sp>
        <p:nvSpPr>
          <p:cNvPr id="68" name="Software und Apps">
            <a:extLst xmlns:a="http://schemas.openxmlformats.org/drawingml/2006/main">
              <a:ext uri="{FF2B5EF4-FFF2-40B4-BE49-F238E27FC236}">
                <a16:creationId xmlns:a16="http://schemas.microsoft.com/office/drawing/2014/main" id="{3362B1B7-D87D-481B-BE54-011F77612331}"/>
              </a:ext>
            </a:extLst>
          </p:cNvPr>
          <p:cNvSpPr>
            <a:spLocks xmlns:a="http://schemas.openxmlformats.org/drawingml/2006/main" noGrp="1"/>
          </p:cNvSpPr>
          <p:nvPr/>
        </p:nvSpPr>
        <p:spPr>
          <a:xfrm xmlns:a="http://schemas.openxmlformats.org/drawingml/2006/main">
            <a:off x="110776" y="4049173"/>
            <a:ext cx="1337882"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Software und Apps</a:t>
            </a:r>
          </a:p>
        </p:txBody>
      </p:sp>
      <p:sp>
        <p:nvSpPr>
          <p:cNvPr id="70" name="Rechteck">
            <a:extLst xmlns:a="http://schemas.openxmlformats.org/drawingml/2006/main">
              <a:ext uri="{FF2B5EF4-FFF2-40B4-BE49-F238E27FC236}">
                <a16:creationId xmlns:a16="http://schemas.microsoft.com/office/drawing/2014/main" id="{5D8690B6-5E99-4750-88E0-64565D577282}"/>
              </a:ext>
            </a:extLst>
          </p:cNvPr>
          <p:cNvSpPr>
            <a:spLocks xmlns:a="http://schemas.openxmlformats.org/drawingml/2006/main" noGrp="1"/>
          </p:cNvSpPr>
          <p:nvPr/>
        </p:nvSpPr>
        <p:spPr>
          <a:xfrm xmlns:a="http://schemas.openxmlformats.org/drawingml/2006/main">
            <a:off x="104394"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xmlns:a="http://schemas.openxmlformats.org/drawingml/2006/main">
              <a:ext uri="{FF2B5EF4-FFF2-40B4-BE49-F238E27FC236}">
                <a16:creationId xmlns:a16="http://schemas.microsoft.com/office/drawing/2014/main" id="{32848BB3-5727-4D6A-A110-F633A76793A3}"/>
              </a:ext>
            </a:extLst>
          </p:cNvPr>
          <p:cNvSpPr>
            <a:spLocks xmlns:a="http://schemas.openxmlformats.org/drawingml/2006/main" noGrp="1"/>
          </p:cNvSpPr>
          <p:nvPr/>
        </p:nvSpPr>
        <p:spPr>
          <a:xfrm xmlns:a="http://schemas.openxmlformats.org/drawingml/2006/main">
            <a:off x="957263"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xmlns:a="http://schemas.openxmlformats.org/drawingml/2006/main">
              <a:ext uri="{FF2B5EF4-FFF2-40B4-BE49-F238E27FC236}">
                <a16:creationId xmlns:a16="http://schemas.microsoft.com/office/drawing/2014/main" id="{50062F09-FC3A-4349-86B5-36B0E542BC34}"/>
              </a:ext>
            </a:extLst>
          </p:cNvPr>
          <p:cNvSpPr>
            <a:spLocks xmlns:a="http://schemas.openxmlformats.org/drawingml/2006/main" noGrp="1"/>
          </p:cNvSpPr>
          <p:nvPr/>
        </p:nvSpPr>
        <p:spPr>
          <a:xfrm xmlns:a="http://schemas.openxmlformats.org/drawingml/2006/main">
            <a:off x="530828" y="732329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xmlns:a="http://schemas.openxmlformats.org/drawingml/2006/main">
              <a:ext uri="{FF2B5EF4-FFF2-40B4-BE49-F238E27FC236}">
                <a16:creationId xmlns:a16="http://schemas.microsoft.com/office/drawing/2014/main" id="{A73686BC-7D33-487D-A59D-B8A2614EC025}"/>
              </a:ext>
            </a:extLst>
          </p:cNvPr>
          <p:cNvSpPr>
            <a:spLocks xmlns:a="http://schemas.openxmlformats.org/drawingml/2006/main" noGrp="1"/>
          </p:cNvSpPr>
          <p:nvPr/>
        </p:nvSpPr>
        <p:spPr>
          <a:xfrm xmlns:a="http://schemas.openxmlformats.org/drawingml/2006/main">
            <a:off x="1383602"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xmlns:a="http://schemas.openxmlformats.org/drawingml/2006/main">
              <a:ext uri="{FF2B5EF4-FFF2-40B4-BE49-F238E27FC236}">
                <a16:creationId xmlns:a16="http://schemas.microsoft.com/office/drawing/2014/main" id="{2D768AB4-9B3F-4F96-A6FA-02EA6985981F}"/>
              </a:ext>
            </a:extLst>
          </p:cNvPr>
          <p:cNvSpPr>
            <a:spLocks xmlns:a="http://schemas.openxmlformats.org/drawingml/2006/main" noGrp="1"/>
          </p:cNvSpPr>
          <p:nvPr/>
        </p:nvSpPr>
        <p:spPr>
          <a:xfrm xmlns:a="http://schemas.openxmlformats.org/drawingml/2006/main">
            <a:off x="1810036"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xmlns:a="http://schemas.openxmlformats.org/drawingml/2006/main">
              <a:ext uri="{FF2B5EF4-FFF2-40B4-BE49-F238E27FC236}">
                <a16:creationId xmlns:a16="http://schemas.microsoft.com/office/drawing/2014/main" id="{2893C15A-D55F-48CF-81A6-F3AB22FFC2D2}"/>
              </a:ext>
            </a:extLst>
          </p:cNvPr>
          <p:cNvSpPr>
            <a:spLocks xmlns:a="http://schemas.openxmlformats.org/drawingml/2006/main" noGrp="1"/>
          </p:cNvSpPr>
          <p:nvPr/>
        </p:nvSpPr>
        <p:spPr>
          <a:xfrm xmlns:a="http://schemas.openxmlformats.org/drawingml/2006/main">
            <a:off x="104394" y="6915817"/>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xmlns:a="http://schemas.openxmlformats.org/drawingml/2006/main">
              <a:ext uri="{FF2B5EF4-FFF2-40B4-BE49-F238E27FC236}">
                <a16:creationId xmlns:a16="http://schemas.microsoft.com/office/drawing/2014/main" id="{894ED74E-0855-43C5-932B-565CB7C6450D}"/>
              </a:ext>
            </a:extLst>
          </p:cNvPr>
          <p:cNvSpPr>
            <a:spLocks xmlns:a="http://schemas.openxmlformats.org/drawingml/2006/main" noGrp="1"/>
          </p:cNvSpPr>
          <p:nvPr/>
        </p:nvSpPr>
        <p:spPr>
          <a:xfrm xmlns:a="http://schemas.openxmlformats.org/drawingml/2006/main">
            <a:off x="957263"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xmlns:a="http://schemas.openxmlformats.org/drawingml/2006/main">
              <a:ext uri="{FF2B5EF4-FFF2-40B4-BE49-F238E27FC236}">
                <a16:creationId xmlns:a16="http://schemas.microsoft.com/office/drawing/2014/main" id="{E07F87FB-4967-49CB-B94A-BAB21B47469C}"/>
              </a:ext>
            </a:extLst>
          </p:cNvPr>
          <p:cNvSpPr>
            <a:spLocks xmlns:a="http://schemas.openxmlformats.org/drawingml/2006/main" noGrp="1"/>
          </p:cNvSpPr>
          <p:nvPr/>
        </p:nvSpPr>
        <p:spPr>
          <a:xfrm xmlns:a="http://schemas.openxmlformats.org/drawingml/2006/main">
            <a:off x="530828"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xmlns:a="http://schemas.openxmlformats.org/drawingml/2006/main">
              <a:ext uri="{FF2B5EF4-FFF2-40B4-BE49-F238E27FC236}">
                <a16:creationId xmlns:a16="http://schemas.microsoft.com/office/drawing/2014/main" id="{C845B0A9-1EBA-4AEF-A447-6554E0DC703C}"/>
              </a:ext>
            </a:extLst>
          </p:cNvPr>
          <p:cNvSpPr>
            <a:spLocks xmlns:a="http://schemas.openxmlformats.org/drawingml/2006/main" noGrp="1"/>
          </p:cNvSpPr>
          <p:nvPr/>
        </p:nvSpPr>
        <p:spPr>
          <a:xfrm xmlns:a="http://schemas.openxmlformats.org/drawingml/2006/main">
            <a:off x="1383602"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xmlns:a="http://schemas.openxmlformats.org/drawingml/2006/main">
              <a:ext uri="{FF2B5EF4-FFF2-40B4-BE49-F238E27FC236}">
                <a16:creationId xmlns:a16="http://schemas.microsoft.com/office/drawing/2014/main" id="{163E74F4-C97B-4DEB-AB21-694386DCF696}"/>
              </a:ext>
            </a:extLst>
          </p:cNvPr>
          <p:cNvSpPr>
            <a:spLocks xmlns:a="http://schemas.openxmlformats.org/drawingml/2006/main" noGrp="1"/>
          </p:cNvSpPr>
          <p:nvPr/>
        </p:nvSpPr>
        <p:spPr>
          <a:xfrm xmlns:a="http://schemas.openxmlformats.org/drawingml/2006/main">
            <a:off x="1810036"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xmlns:a="http://schemas.openxmlformats.org/drawingml/2006/main">
              <a:ext uri="{FF2B5EF4-FFF2-40B4-BE49-F238E27FC236}">
                <a16:creationId xmlns:a16="http://schemas.microsoft.com/office/drawing/2014/main" id="{981752B2-BA7C-4625-B3BD-C21A8A17C794}"/>
              </a:ext>
            </a:extLst>
          </p:cNvPr>
          <p:cNvSpPr>
            <a:spLocks xmlns:a="http://schemas.openxmlformats.org/drawingml/2006/main" noGrp="1"/>
          </p:cNvSpPr>
          <p:nvPr/>
        </p:nvSpPr>
        <p:spPr>
          <a:xfrm xmlns:a="http://schemas.openxmlformats.org/drawingml/2006/main">
            <a:off x="104394"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xmlns:a="http://schemas.openxmlformats.org/drawingml/2006/main">
              <a:ext uri="{FF2B5EF4-FFF2-40B4-BE49-F238E27FC236}">
                <a16:creationId xmlns:a16="http://schemas.microsoft.com/office/drawing/2014/main" id="{4B4202E3-481A-4E89-91C4-A67D664BEEC1}"/>
              </a:ext>
            </a:extLst>
          </p:cNvPr>
          <p:cNvSpPr>
            <a:spLocks xmlns:a="http://schemas.openxmlformats.org/drawingml/2006/main" noGrp="1"/>
          </p:cNvSpPr>
          <p:nvPr/>
        </p:nvSpPr>
        <p:spPr>
          <a:xfrm xmlns:a="http://schemas.openxmlformats.org/drawingml/2006/main">
            <a:off x="957263" y="6509195"/>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xmlns:a="http://schemas.openxmlformats.org/drawingml/2006/main">
              <a:ext uri="{FF2B5EF4-FFF2-40B4-BE49-F238E27FC236}">
                <a16:creationId xmlns:a16="http://schemas.microsoft.com/office/drawing/2014/main" id="{F7E302B0-AEA3-4392-8C92-8B5FC3DDDD96}"/>
              </a:ext>
            </a:extLst>
          </p:cNvPr>
          <p:cNvSpPr>
            <a:spLocks xmlns:a="http://schemas.openxmlformats.org/drawingml/2006/main" noGrp="1"/>
          </p:cNvSpPr>
          <p:nvPr/>
        </p:nvSpPr>
        <p:spPr>
          <a:xfrm xmlns:a="http://schemas.openxmlformats.org/drawingml/2006/main">
            <a:off x="530828"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xmlns:a="http://schemas.openxmlformats.org/drawingml/2006/main">
              <a:ext uri="{FF2B5EF4-FFF2-40B4-BE49-F238E27FC236}">
                <a16:creationId xmlns:a16="http://schemas.microsoft.com/office/drawing/2014/main" id="{A8E1725A-20BE-4B0A-A477-341A0AF44666}"/>
              </a:ext>
            </a:extLst>
          </p:cNvPr>
          <p:cNvSpPr>
            <a:spLocks xmlns:a="http://schemas.openxmlformats.org/drawingml/2006/main" noGrp="1"/>
          </p:cNvSpPr>
          <p:nvPr/>
        </p:nvSpPr>
        <p:spPr>
          <a:xfrm xmlns:a="http://schemas.openxmlformats.org/drawingml/2006/main">
            <a:off x="1383602" y="6509195"/>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xmlns:a="http://schemas.openxmlformats.org/drawingml/2006/main">
              <a:ext uri="{FF2B5EF4-FFF2-40B4-BE49-F238E27FC236}">
                <a16:creationId xmlns:a16="http://schemas.microsoft.com/office/drawing/2014/main" id="{18BE0286-73B7-4FB5-BBC5-7D83BA983331}"/>
              </a:ext>
            </a:extLst>
          </p:cNvPr>
          <p:cNvSpPr>
            <a:spLocks xmlns:a="http://schemas.openxmlformats.org/drawingml/2006/main" noGrp="1"/>
          </p:cNvSpPr>
          <p:nvPr/>
        </p:nvSpPr>
        <p:spPr>
          <a:xfrm xmlns:a="http://schemas.openxmlformats.org/drawingml/2006/main">
            <a:off x="1810036"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xmlns:a="http://schemas.openxmlformats.org/drawingml/2006/main">
              <a:ext uri="{FF2B5EF4-FFF2-40B4-BE49-F238E27FC236}">
                <a16:creationId xmlns:a16="http://schemas.microsoft.com/office/drawing/2014/main" id="{B75F36B9-DE97-47B1-B92E-F3DD298050BB}"/>
              </a:ext>
            </a:extLst>
          </p:cNvPr>
          <p:cNvSpPr>
            <a:spLocks xmlns:a="http://schemas.openxmlformats.org/drawingml/2006/main" noGrp="1"/>
          </p:cNvSpPr>
          <p:nvPr/>
        </p:nvSpPr>
        <p:spPr>
          <a:xfrm xmlns:a="http://schemas.openxmlformats.org/drawingml/2006/main">
            <a:off x="83058" y="6264021"/>
            <a:ext cx="601599" cy="212312"/>
          </a:xfrm>
          <a:prstGeom xmlns:a="http://schemas.openxmlformats.org/drawingml/2006/main" prst="rect">
            <a:avLst/>
          </a:prstGeom>
          <a:ln xmlns:a="http://schemas.openxmlformats.org/drawingml/2006/main" w="3175"/>
        </p:spPr>
        <p:txBody>
          <a:bodyPr xmlns:a="http://schemas.openxmlformats.org/drawingml/2006/main" lIns="38100" tIns="38100" rIns="38100" bIns="38100" anchor="ct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Denken</a:t>
            </a:r>
          </a:p>
        </p:txBody>
      </p:sp>
      <p:sp>
        <p:nvSpPr>
          <p:cNvPr id="89" name="Rechteck">
            <a:extLst xmlns:a="http://schemas.openxmlformats.org/drawingml/2006/main">
              <a:ext uri="{FF2B5EF4-FFF2-40B4-BE49-F238E27FC236}">
                <a16:creationId xmlns:a16="http://schemas.microsoft.com/office/drawing/2014/main" id="{A3C9F528-BB90-46BE-80DC-52099D74C9A6}"/>
              </a:ext>
            </a:extLst>
          </p:cNvPr>
          <p:cNvSpPr>
            <a:spLocks xmlns:a="http://schemas.openxmlformats.org/drawingml/2006/main" noGrp="1"/>
          </p:cNvSpPr>
          <p:nvPr/>
        </p:nvSpPr>
        <p:spPr>
          <a:xfrm xmlns:a="http://schemas.openxmlformats.org/drawingml/2006/main">
            <a:off x="104394"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xmlns:a="http://schemas.openxmlformats.org/drawingml/2006/main">
              <a:ext uri="{FF2B5EF4-FFF2-40B4-BE49-F238E27FC236}">
                <a16:creationId xmlns:a16="http://schemas.microsoft.com/office/drawing/2014/main" id="{97DF5059-236D-45CA-920E-3ACB08422480}"/>
              </a:ext>
            </a:extLst>
          </p:cNvPr>
          <p:cNvSpPr>
            <a:spLocks xmlns:a="http://schemas.openxmlformats.org/drawingml/2006/main" noGrp="1"/>
          </p:cNvSpPr>
          <p:nvPr/>
        </p:nvSpPr>
        <p:spPr>
          <a:xfrm xmlns:a="http://schemas.openxmlformats.org/drawingml/2006/main">
            <a:off x="943737" y="6128576"/>
            <a:ext cx="383762"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xmlns:a="http://schemas.openxmlformats.org/drawingml/2006/main">
              <a:ext uri="{FF2B5EF4-FFF2-40B4-BE49-F238E27FC236}">
                <a16:creationId xmlns:a16="http://schemas.microsoft.com/office/drawing/2014/main" id="{A3204F46-9E27-4B78-B33E-F2E82A35F0E2}"/>
              </a:ext>
            </a:extLst>
          </p:cNvPr>
          <p:cNvSpPr>
            <a:spLocks xmlns:a="http://schemas.openxmlformats.org/drawingml/2006/main" noGrp="1"/>
          </p:cNvSpPr>
          <p:nvPr/>
        </p:nvSpPr>
        <p:spPr>
          <a:xfrm xmlns:a="http://schemas.openxmlformats.org/drawingml/2006/main">
            <a:off x="524066"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xmlns:a="http://schemas.openxmlformats.org/drawingml/2006/main">
              <a:ext uri="{FF2B5EF4-FFF2-40B4-BE49-F238E27FC236}">
                <a16:creationId xmlns:a16="http://schemas.microsoft.com/office/drawing/2014/main" id="{E3B81E32-966D-4D2B-9C5A-BDA5A15900F0}"/>
              </a:ext>
            </a:extLst>
          </p:cNvPr>
          <p:cNvSpPr>
            <a:spLocks xmlns:a="http://schemas.openxmlformats.org/drawingml/2006/main" noGrp="1"/>
          </p:cNvSpPr>
          <p:nvPr/>
        </p:nvSpPr>
        <p:spPr>
          <a:xfrm xmlns:a="http://schemas.openxmlformats.org/drawingml/2006/main">
            <a:off x="1363313"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xmlns:a="http://schemas.openxmlformats.org/drawingml/2006/main">
              <a:ext uri="{FF2B5EF4-FFF2-40B4-BE49-F238E27FC236}">
                <a16:creationId xmlns:a16="http://schemas.microsoft.com/office/drawing/2014/main" id="{935711A5-2D3F-4D34-BA88-720C70F80BDC}"/>
              </a:ext>
            </a:extLst>
          </p:cNvPr>
          <p:cNvSpPr>
            <a:spLocks xmlns:a="http://schemas.openxmlformats.org/drawingml/2006/main" noGrp="1"/>
          </p:cNvSpPr>
          <p:nvPr/>
        </p:nvSpPr>
        <p:spPr>
          <a:xfrm xmlns:a="http://schemas.openxmlformats.org/drawingml/2006/main">
            <a:off x="1782985"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xmlns:a="http://schemas.openxmlformats.org/drawingml/2006/main">
              <a:ext uri="{FF2B5EF4-FFF2-40B4-BE49-F238E27FC236}">
                <a16:creationId xmlns:a16="http://schemas.microsoft.com/office/drawing/2014/main" id="{E7AF644E-B7C8-48BA-9BC0-F16ED3FCD9BD}"/>
              </a:ext>
            </a:extLst>
          </p:cNvPr>
          <p:cNvSpPr>
            <a:spLocks xmlns:a="http://schemas.openxmlformats.org/drawingml/2006/main" noGrp="1"/>
          </p:cNvSpPr>
          <p:nvPr/>
        </p:nvSpPr>
        <p:spPr>
          <a:xfrm xmlns:a="http://schemas.openxmlformats.org/drawingml/2006/main">
            <a:off x="104394"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xmlns:a="http://schemas.openxmlformats.org/drawingml/2006/main">
              <a:ext uri="{FF2B5EF4-FFF2-40B4-BE49-F238E27FC236}">
                <a16:creationId xmlns:a16="http://schemas.microsoft.com/office/drawing/2014/main" id="{62CE3595-C01C-4834-B9EF-A74F8C8D0AAA}"/>
              </a:ext>
            </a:extLst>
          </p:cNvPr>
          <p:cNvSpPr>
            <a:spLocks xmlns:a="http://schemas.openxmlformats.org/drawingml/2006/main" noGrp="1"/>
          </p:cNvSpPr>
          <p:nvPr/>
        </p:nvSpPr>
        <p:spPr>
          <a:xfrm xmlns:a="http://schemas.openxmlformats.org/drawingml/2006/main">
            <a:off x="957263"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xmlns:a="http://schemas.openxmlformats.org/drawingml/2006/main">
              <a:ext uri="{FF2B5EF4-FFF2-40B4-BE49-F238E27FC236}">
                <a16:creationId xmlns:a16="http://schemas.microsoft.com/office/drawing/2014/main" id="{EBA9E952-394A-464C-AED1-2BAAE4332FA5}"/>
              </a:ext>
            </a:extLst>
          </p:cNvPr>
          <p:cNvSpPr>
            <a:spLocks xmlns:a="http://schemas.openxmlformats.org/drawingml/2006/main" noGrp="1"/>
          </p:cNvSpPr>
          <p:nvPr/>
        </p:nvSpPr>
        <p:spPr>
          <a:xfrm xmlns:a="http://schemas.openxmlformats.org/drawingml/2006/main">
            <a:off x="530828" y="5764339"/>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xmlns:a="http://schemas.openxmlformats.org/drawingml/2006/main">
              <a:ext uri="{FF2B5EF4-FFF2-40B4-BE49-F238E27FC236}">
                <a16:creationId xmlns:a16="http://schemas.microsoft.com/office/drawing/2014/main" id="{31BB97C8-DDB2-42E3-AA46-85C7FE8E76C7}"/>
              </a:ext>
            </a:extLst>
          </p:cNvPr>
          <p:cNvSpPr>
            <a:spLocks xmlns:a="http://schemas.openxmlformats.org/drawingml/2006/main" noGrp="1"/>
          </p:cNvSpPr>
          <p:nvPr/>
        </p:nvSpPr>
        <p:spPr>
          <a:xfrm xmlns:a="http://schemas.openxmlformats.org/drawingml/2006/main">
            <a:off x="1383602"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xmlns:a="http://schemas.openxmlformats.org/drawingml/2006/main">
              <a:ext uri="{FF2B5EF4-FFF2-40B4-BE49-F238E27FC236}">
                <a16:creationId xmlns:a16="http://schemas.microsoft.com/office/drawing/2014/main" id="{66614AE4-75B5-4E0E-9950-5155BD83585C}"/>
              </a:ext>
            </a:extLst>
          </p:cNvPr>
          <p:cNvSpPr>
            <a:spLocks xmlns:a="http://schemas.openxmlformats.org/drawingml/2006/main" noGrp="1"/>
          </p:cNvSpPr>
          <p:nvPr/>
        </p:nvSpPr>
        <p:spPr>
          <a:xfrm xmlns:a="http://schemas.openxmlformats.org/drawingml/2006/main">
            <a:off x="1810036"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xmlns:a="http://schemas.openxmlformats.org/drawingml/2006/main">
              <a:ext uri="{FF2B5EF4-FFF2-40B4-BE49-F238E27FC236}">
                <a16:creationId xmlns:a16="http://schemas.microsoft.com/office/drawing/2014/main" id="{93507A3D-06A4-4B77-9637-72FD4F3E3537}"/>
              </a:ext>
            </a:extLst>
          </p:cNvPr>
          <p:cNvSpPr>
            <a:spLocks xmlns:a="http://schemas.openxmlformats.org/drawingml/2006/main" noGrp="1"/>
          </p:cNvSpPr>
          <p:nvPr/>
        </p:nvSpPr>
        <p:spPr>
          <a:xfrm xmlns:a="http://schemas.openxmlformats.org/drawingml/2006/main">
            <a:off x="137541"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xmlns:a="http://schemas.openxmlformats.org/drawingml/2006/main">
              <a:ext uri="{FF2B5EF4-FFF2-40B4-BE49-F238E27FC236}">
                <a16:creationId xmlns:a16="http://schemas.microsoft.com/office/drawing/2014/main" id="{D4076C11-A33F-4679-B084-F0A7D36FD31E}"/>
              </a:ext>
            </a:extLst>
          </p:cNvPr>
          <p:cNvSpPr>
            <a:spLocks xmlns:a="http://schemas.openxmlformats.org/drawingml/2006/main" noGrp="1"/>
          </p:cNvSpPr>
          <p:nvPr/>
        </p:nvSpPr>
        <p:spPr>
          <a:xfrm xmlns:a="http://schemas.openxmlformats.org/drawingml/2006/main">
            <a:off x="990314"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xmlns:a="http://schemas.openxmlformats.org/drawingml/2006/main">
              <a:ext uri="{FF2B5EF4-FFF2-40B4-BE49-F238E27FC236}">
                <a16:creationId xmlns:a16="http://schemas.microsoft.com/office/drawing/2014/main" id="{ED584246-6A7F-4E47-861C-A0935E8FDAE0}"/>
              </a:ext>
            </a:extLst>
          </p:cNvPr>
          <p:cNvSpPr>
            <a:spLocks xmlns:a="http://schemas.openxmlformats.org/drawingml/2006/main" noGrp="1"/>
          </p:cNvSpPr>
          <p:nvPr/>
        </p:nvSpPr>
        <p:spPr>
          <a:xfrm xmlns:a="http://schemas.openxmlformats.org/drawingml/2006/main">
            <a:off x="563880"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xmlns:a="http://schemas.openxmlformats.org/drawingml/2006/main">
              <a:ext uri="{FF2B5EF4-FFF2-40B4-BE49-F238E27FC236}">
                <a16:creationId xmlns:a16="http://schemas.microsoft.com/office/drawing/2014/main" id="{C8E00D01-A25E-4123-B26F-465076D35C01}"/>
              </a:ext>
            </a:extLst>
          </p:cNvPr>
          <p:cNvSpPr>
            <a:spLocks xmlns:a="http://schemas.openxmlformats.org/drawingml/2006/main" noGrp="1"/>
          </p:cNvSpPr>
          <p:nvPr/>
        </p:nvSpPr>
        <p:spPr>
          <a:xfrm xmlns:a="http://schemas.openxmlformats.org/drawingml/2006/main">
            <a:off x="1416749"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xmlns:a="http://schemas.openxmlformats.org/drawingml/2006/main">
              <a:ext uri="{FF2B5EF4-FFF2-40B4-BE49-F238E27FC236}">
                <a16:creationId xmlns:a16="http://schemas.microsoft.com/office/drawing/2014/main" id="{EEDE575F-961E-46D4-A388-3C0627E5FE3E}"/>
              </a:ext>
            </a:extLst>
          </p:cNvPr>
          <p:cNvSpPr>
            <a:spLocks xmlns:a="http://schemas.openxmlformats.org/drawingml/2006/main" noGrp="1"/>
          </p:cNvSpPr>
          <p:nvPr/>
        </p:nvSpPr>
        <p:spPr>
          <a:xfrm xmlns:a="http://schemas.openxmlformats.org/drawingml/2006/main">
            <a:off x="1843088"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xmlns:a="http://schemas.openxmlformats.org/drawingml/2006/main">
              <a:ext uri="{FF2B5EF4-FFF2-40B4-BE49-F238E27FC236}">
                <a16:creationId xmlns:a16="http://schemas.microsoft.com/office/drawing/2014/main" id="{DFA6F396-E9EA-4F96-A4C7-C346F6D5B455}"/>
              </a:ext>
            </a:extLst>
          </p:cNvPr>
          <p:cNvSpPr>
            <a:spLocks xmlns:a="http://schemas.openxmlformats.org/drawingml/2006/main" noGrp="1"/>
          </p:cNvSpPr>
          <p:nvPr/>
        </p:nvSpPr>
        <p:spPr>
          <a:xfrm xmlns:a="http://schemas.openxmlformats.org/drawingml/2006/main">
            <a:off x="137541"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xmlns:a="http://schemas.openxmlformats.org/drawingml/2006/main">
              <a:ext uri="{FF2B5EF4-FFF2-40B4-BE49-F238E27FC236}">
                <a16:creationId xmlns:a16="http://schemas.microsoft.com/office/drawing/2014/main" id="{3BC10C83-EACE-4C25-B121-AD97099C3738}"/>
              </a:ext>
            </a:extLst>
          </p:cNvPr>
          <p:cNvSpPr>
            <a:spLocks xmlns:a="http://schemas.openxmlformats.org/drawingml/2006/main" noGrp="1"/>
          </p:cNvSpPr>
          <p:nvPr/>
        </p:nvSpPr>
        <p:spPr>
          <a:xfrm xmlns:a="http://schemas.openxmlformats.org/drawingml/2006/main">
            <a:off x="990314"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xmlns:a="http://schemas.openxmlformats.org/drawingml/2006/main">
              <a:ext uri="{FF2B5EF4-FFF2-40B4-BE49-F238E27FC236}">
                <a16:creationId xmlns:a16="http://schemas.microsoft.com/office/drawing/2014/main" id="{B2D4D5E2-C33A-4F28-8A32-64EE292584B7}"/>
              </a:ext>
            </a:extLst>
          </p:cNvPr>
          <p:cNvSpPr>
            <a:spLocks xmlns:a="http://schemas.openxmlformats.org/drawingml/2006/main" noGrp="1"/>
          </p:cNvSpPr>
          <p:nvPr/>
        </p:nvSpPr>
        <p:spPr>
          <a:xfrm xmlns:a="http://schemas.openxmlformats.org/drawingml/2006/main">
            <a:off x="563880"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xmlns:a="http://schemas.openxmlformats.org/drawingml/2006/main">
              <a:ext uri="{FF2B5EF4-FFF2-40B4-BE49-F238E27FC236}">
                <a16:creationId xmlns:a16="http://schemas.microsoft.com/office/drawing/2014/main" id="{AC58726F-89BA-4722-B4A8-B21637F6AFEC}"/>
              </a:ext>
            </a:extLst>
          </p:cNvPr>
          <p:cNvSpPr>
            <a:spLocks xmlns:a="http://schemas.openxmlformats.org/drawingml/2006/main" noGrp="1"/>
          </p:cNvSpPr>
          <p:nvPr/>
        </p:nvSpPr>
        <p:spPr>
          <a:xfrm xmlns:a="http://schemas.openxmlformats.org/drawingml/2006/main">
            <a:off x="1416749"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xmlns:a="http://schemas.openxmlformats.org/drawingml/2006/main">
              <a:ext uri="{FF2B5EF4-FFF2-40B4-BE49-F238E27FC236}">
                <a16:creationId xmlns:a16="http://schemas.microsoft.com/office/drawing/2014/main" id="{4D4E692F-772A-48C3-B7F5-DFA9C52DB3D8}"/>
              </a:ext>
            </a:extLst>
          </p:cNvPr>
          <p:cNvSpPr>
            <a:spLocks xmlns:a="http://schemas.openxmlformats.org/drawingml/2006/main" noGrp="1"/>
          </p:cNvSpPr>
          <p:nvPr/>
        </p:nvSpPr>
        <p:spPr>
          <a:xfrm xmlns:a="http://schemas.openxmlformats.org/drawingml/2006/main">
            <a:off x="1843088"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xmlns:a="http://schemas.openxmlformats.org/drawingml/2006/main">
              <a:ext uri="{FF2B5EF4-FFF2-40B4-BE49-F238E27FC236}">
                <a16:creationId xmlns:a16="http://schemas.microsoft.com/office/drawing/2014/main" id="{00375B53-89A5-4B13-9B85-92BF41485641}"/>
              </a:ext>
            </a:extLst>
          </p:cNvPr>
          <p:cNvSpPr>
            <a:spLocks xmlns:a="http://schemas.openxmlformats.org/drawingml/2006/main" noGrp="1"/>
          </p:cNvSpPr>
          <p:nvPr/>
        </p:nvSpPr>
        <p:spPr>
          <a:xfrm xmlns:a="http://schemas.openxmlformats.org/drawingml/2006/main">
            <a:off x="137541"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xmlns:a="http://schemas.openxmlformats.org/drawingml/2006/main">
              <a:ext uri="{FF2B5EF4-FFF2-40B4-BE49-F238E27FC236}">
                <a16:creationId xmlns:a16="http://schemas.microsoft.com/office/drawing/2014/main" id="{813A41FF-9DF7-4115-B365-72A290DA0639}"/>
              </a:ext>
            </a:extLst>
          </p:cNvPr>
          <p:cNvSpPr>
            <a:spLocks xmlns:a="http://schemas.openxmlformats.org/drawingml/2006/main" noGrp="1"/>
          </p:cNvSpPr>
          <p:nvPr/>
        </p:nvSpPr>
        <p:spPr>
          <a:xfrm xmlns:a="http://schemas.openxmlformats.org/drawingml/2006/main">
            <a:off x="990314"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xmlns:a="http://schemas.openxmlformats.org/drawingml/2006/main">
              <a:ext uri="{FF2B5EF4-FFF2-40B4-BE49-F238E27FC236}">
                <a16:creationId xmlns:a16="http://schemas.microsoft.com/office/drawing/2014/main" id="{8575CC6F-4346-48F6-8E8F-7BA7CF11E1E0}"/>
              </a:ext>
            </a:extLst>
          </p:cNvPr>
          <p:cNvSpPr>
            <a:spLocks xmlns:a="http://schemas.openxmlformats.org/drawingml/2006/main" noGrp="1"/>
          </p:cNvSpPr>
          <p:nvPr/>
        </p:nvSpPr>
        <p:spPr>
          <a:xfrm xmlns:a="http://schemas.openxmlformats.org/drawingml/2006/main">
            <a:off x="563880"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xmlns:a="http://schemas.openxmlformats.org/drawingml/2006/main">
              <a:ext uri="{FF2B5EF4-FFF2-40B4-BE49-F238E27FC236}">
                <a16:creationId xmlns:a16="http://schemas.microsoft.com/office/drawing/2014/main" id="{1AF2C3AB-9733-44F9-9C20-A508BCB317BD}"/>
              </a:ext>
            </a:extLst>
          </p:cNvPr>
          <p:cNvSpPr>
            <a:spLocks xmlns:a="http://schemas.openxmlformats.org/drawingml/2006/main" noGrp="1"/>
          </p:cNvSpPr>
          <p:nvPr/>
        </p:nvSpPr>
        <p:spPr>
          <a:xfrm xmlns:a="http://schemas.openxmlformats.org/drawingml/2006/main">
            <a:off x="1416749"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xmlns:a="http://schemas.openxmlformats.org/drawingml/2006/main">
              <a:ext uri="{FF2B5EF4-FFF2-40B4-BE49-F238E27FC236}">
                <a16:creationId xmlns:a16="http://schemas.microsoft.com/office/drawing/2014/main" id="{14C5C638-E585-4A67-A7CC-F20C33B33C6F}"/>
              </a:ext>
            </a:extLst>
          </p:cNvPr>
          <p:cNvSpPr>
            <a:spLocks xmlns:a="http://schemas.openxmlformats.org/drawingml/2006/main" noGrp="1"/>
          </p:cNvSpPr>
          <p:nvPr/>
        </p:nvSpPr>
        <p:spPr>
          <a:xfrm xmlns:a="http://schemas.openxmlformats.org/drawingml/2006/main">
            <a:off x="1843088"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xmlns:a="http://schemas.openxmlformats.org/drawingml/2006/main">
              <a:ext uri="{FF2B5EF4-FFF2-40B4-BE49-F238E27FC236}">
                <a16:creationId xmlns:a16="http://schemas.microsoft.com/office/drawing/2014/main" id="{F1333136-F1A8-4260-92BE-552F2B7CB04F}"/>
              </a:ext>
            </a:extLst>
          </p:cNvPr>
          <p:cNvSpPr>
            <a:spLocks xmlns:a="http://schemas.openxmlformats.org/drawingml/2006/main" noGrp="1"/>
          </p:cNvSpPr>
          <p:nvPr/>
        </p:nvSpPr>
        <p:spPr>
          <a:xfrm xmlns:a="http://schemas.openxmlformats.org/drawingml/2006/main">
            <a:off x="134303" y="4785551"/>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2000" b="0" spc="100">
                <a:solidFill>
                  <a:srgbClr val="FFFFFF"/>
                </a:solidFill>
                <a:latin typeface="Futura"/>
                <a:ea typeface="Futura"/>
                <a:cs typeface="Futura"/>
              </a:defRPr>
            </a:lvl1pPr>
          </a:lstStyle>
          <a:p xmlns:a="http://schemas.openxmlformats.org/drawingml/2006/main">
            <a:r>
              <a:rPr sz="1000">
                <a:latin typeface="Arial"/>
                <a:ea typeface="Arial"/>
                <a:cs typeface="Arial"/>
              </a:rPr>
              <a:t>Social Network</a:t>
            </a:r>
          </a:p>
        </p:txBody>
      </p:sp>
      <p:sp>
        <p:nvSpPr>
          <p:cNvPr id="120" name="Rechteck">
            <a:extLst xmlns:a="http://schemas.openxmlformats.org/drawingml/2006/main">
              <a:ext uri="{FF2B5EF4-FFF2-40B4-BE49-F238E27FC236}">
                <a16:creationId xmlns:a16="http://schemas.microsoft.com/office/drawing/2014/main" id="{82877763-BFF5-457A-A6AF-6232ABA92FB1}"/>
              </a:ext>
            </a:extLst>
          </p:cNvPr>
          <p:cNvSpPr>
            <a:spLocks xmlns:a="http://schemas.openxmlformats.org/drawingml/2006/main" noGrp="1"/>
          </p:cNvSpPr>
          <p:nvPr/>
        </p:nvSpPr>
        <p:spPr>
          <a:xfrm xmlns:a="http://schemas.openxmlformats.org/drawingml/2006/main">
            <a:off x="137541"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xmlns:a="http://schemas.openxmlformats.org/drawingml/2006/main">
              <a:ext uri="{FF2B5EF4-FFF2-40B4-BE49-F238E27FC236}">
                <a16:creationId xmlns:a16="http://schemas.microsoft.com/office/drawing/2014/main" id="{8A2CD27C-2697-411B-8B68-CA001240C03D}"/>
              </a:ext>
            </a:extLst>
          </p:cNvPr>
          <p:cNvSpPr>
            <a:spLocks xmlns:a="http://schemas.openxmlformats.org/drawingml/2006/main" noGrp="1"/>
          </p:cNvSpPr>
          <p:nvPr/>
        </p:nvSpPr>
        <p:spPr>
          <a:xfrm xmlns:a="http://schemas.openxmlformats.org/drawingml/2006/main">
            <a:off x="990314"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xmlns:a="http://schemas.openxmlformats.org/drawingml/2006/main">
              <a:ext uri="{FF2B5EF4-FFF2-40B4-BE49-F238E27FC236}">
                <a16:creationId xmlns:a16="http://schemas.microsoft.com/office/drawing/2014/main" id="{993DFD79-B749-439C-AB0E-7D54E7EA0F1D}"/>
              </a:ext>
            </a:extLst>
          </p:cNvPr>
          <p:cNvSpPr>
            <a:spLocks xmlns:a="http://schemas.openxmlformats.org/drawingml/2006/main" noGrp="1"/>
          </p:cNvSpPr>
          <p:nvPr/>
        </p:nvSpPr>
        <p:spPr>
          <a:xfrm xmlns:a="http://schemas.openxmlformats.org/drawingml/2006/main">
            <a:off x="563880"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xmlns:a="http://schemas.openxmlformats.org/drawingml/2006/main">
              <a:ext uri="{FF2B5EF4-FFF2-40B4-BE49-F238E27FC236}">
                <a16:creationId xmlns:a16="http://schemas.microsoft.com/office/drawing/2014/main" id="{8AEFA1C4-374D-414C-835E-795152424B48}"/>
              </a:ext>
            </a:extLst>
          </p:cNvPr>
          <p:cNvSpPr>
            <a:spLocks xmlns:a="http://schemas.openxmlformats.org/drawingml/2006/main" noGrp="1"/>
          </p:cNvSpPr>
          <p:nvPr/>
        </p:nvSpPr>
        <p:spPr>
          <a:xfrm xmlns:a="http://schemas.openxmlformats.org/drawingml/2006/main">
            <a:off x="1416749"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xmlns:a="http://schemas.openxmlformats.org/drawingml/2006/main">
              <a:ext uri="{FF2B5EF4-FFF2-40B4-BE49-F238E27FC236}">
                <a16:creationId xmlns:a16="http://schemas.microsoft.com/office/drawing/2014/main" id="{F213A40E-63A3-4EFA-9928-B064883278CA}"/>
              </a:ext>
            </a:extLst>
          </p:cNvPr>
          <p:cNvSpPr>
            <a:spLocks xmlns:a="http://schemas.openxmlformats.org/drawingml/2006/main" noGrp="1"/>
          </p:cNvSpPr>
          <p:nvPr/>
        </p:nvSpPr>
        <p:spPr>
          <a:xfrm xmlns:a="http://schemas.openxmlformats.org/drawingml/2006/main">
            <a:off x="1843088"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xmlns:a="http://schemas.openxmlformats.org/drawingml/2006/main">
              <a:ext uri="{FF2B5EF4-FFF2-40B4-BE49-F238E27FC236}">
                <a16:creationId xmlns:a16="http://schemas.microsoft.com/office/drawing/2014/main" id="{FB0FBFAF-C580-4C89-ACB6-131CCB98D2F8}"/>
              </a:ext>
            </a:extLst>
          </p:cNvPr>
          <p:cNvSpPr>
            <a:spLocks xmlns:a="http://schemas.openxmlformats.org/drawingml/2006/main" noGrp="1"/>
          </p:cNvSpPr>
          <p:nvPr/>
        </p:nvSpPr>
        <p:spPr>
          <a:xfrm xmlns:a="http://schemas.openxmlformats.org/drawingml/2006/main">
            <a:off x="0" y="1474661"/>
            <a:ext cx="2526030" cy="81248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126" name="Alter">
            <a:extLst xmlns:a="http://schemas.openxmlformats.org/drawingml/2006/main">
              <a:ext uri="{FF2B5EF4-FFF2-40B4-BE49-F238E27FC236}">
                <a16:creationId xmlns:a16="http://schemas.microsoft.com/office/drawing/2014/main" id="{82D282F1-200E-47BC-AE96-45EF9528BF33}"/>
              </a:ext>
            </a:extLst>
          </p:cNvPr>
          <p:cNvSpPr>
            <a:spLocks xmlns:a="http://schemas.openxmlformats.org/drawingml/2006/main" noGrp="1"/>
          </p:cNvSpPr>
          <p:nvPr/>
        </p:nvSpPr>
        <p:spPr>
          <a:xfrm xmlns:a="http://schemas.openxmlformats.org/drawingml/2006/main">
            <a:off x="95250" y="1404652"/>
            <a:ext cx="2219325" cy="289560"/>
          </a:xfrm>
          <a:prstGeom xmlns:a="http://schemas.openxmlformats.org/drawingml/2006/main" prst="rect">
            <a:avLst/>
          </a:prstGeom>
          <a:ln xmlns:a="http://schemas.openxmlformats.org/drawingml/2006/main" w="3175"/>
        </p:spPr>
        <p:txBody>
          <a:bodyPr xmlns:a="http://schemas.openxmlformats.org/drawingml/2006/main" wrap="square" lIns="19050" tIns="19050" rIns="19050" bIns="19050" anchor="t">
            <a:spAutoFit/>
          </a:bodyPr>
          <a:lstStyle xmlns:a="http://schemas.openxmlformats.org/drawingml/2006/main">
            <a:defPPr>
              <a:defRPr sz="165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650">
                <a:solidFill>
                  <a:srgbClr val="132B3B"/>
                </a:solidFill>
                <a:latin typeface="Arial"/>
                <a:ea typeface="Arial"/>
                <a:cs typeface="Arial"/>
              </a:defRPr>
            </a:lvl2pPr>
            <a:lvl3pPr>
              <a:defRPr sz="1650">
                <a:solidFill>
                  <a:srgbClr val="132B3B"/>
                </a:solidFill>
                <a:latin typeface="Arial"/>
                <a:ea typeface="Arial"/>
                <a:cs typeface="Arial"/>
              </a:defRPr>
            </a:lvl3pPr>
            <a:lvl4pPr>
              <a:defRPr sz="1650">
                <a:solidFill>
                  <a:srgbClr val="132B3B"/>
                </a:solidFill>
                <a:latin typeface="Arial"/>
                <a:ea typeface="Arial"/>
                <a:cs typeface="Arial"/>
              </a:defRPr>
            </a:lvl4pPr>
            <a:lvl5pPr>
              <a:defRPr sz="1650">
                <a:solidFill>
                  <a:srgbClr val="132B3B"/>
                </a:solidFill>
                <a:latin typeface="Arial"/>
                <a:ea typeface="Arial"/>
                <a:cs typeface="Arial"/>
              </a:defRPr>
            </a:lvl5pPr>
            <a:lvl6pPr>
              <a:defRPr sz="1650">
                <a:solidFill>
                  <a:srgbClr val="132B3B"/>
                </a:solidFill>
                <a:latin typeface="Arial"/>
                <a:ea typeface="Arial"/>
                <a:cs typeface="Arial"/>
              </a:defRPr>
            </a:lvl6pPr>
            <a:lvl7pPr>
              <a:defRPr sz="1650">
                <a:solidFill>
                  <a:srgbClr val="132B3B"/>
                </a:solidFill>
                <a:latin typeface="Arial"/>
                <a:ea typeface="Arial"/>
                <a:cs typeface="Arial"/>
              </a:defRPr>
            </a:lvl7pPr>
            <a:lvl8pPr>
              <a:defRPr sz="1650">
                <a:solidFill>
                  <a:srgbClr val="132B3B"/>
                </a:solidFill>
                <a:latin typeface="Arial"/>
                <a:ea typeface="Arial"/>
                <a:cs typeface="Arial"/>
              </a:defRPr>
            </a:lvl8pPr>
            <a:lvl9pPr>
              <a:defRPr sz="1650">
                <a:solidFill>
                  <a:srgbClr val="132B3B"/>
                </a:solidFill>
                <a:latin typeface="Arial"/>
                <a:ea typeface="Arial"/>
                <a:cs typeface="Arial"/>
              </a:defRPr>
            </a:lvl9pPr>
          </a:lstStyle>
          <a:p xmlns:a="http://schemas.openxmlformats.org/drawingml/2006/main">
            <a:pPr>
              <a:defRPr sz="1650">
                <a:solidFill>
                  <a:srgbClr val="132B3B"/>
                </a:solidFill>
                <a:latin typeface="Arial"/>
                <a:ea typeface="Arial"/>
                <a:cs typeface="Arial"/>
              </a:defRPr>
            </a:pPr>
            <a:r>
              <a:rPr sz="1650">
                <a:solidFill>
                  <a:srgbClr val="132B3B"/>
                </a:solidFill>
                <a:latin typeface="Arial"/>
                <a:ea typeface="Arial"/>
                <a:cs typeface="Arial"/>
              </a:rPr>
              <a:t>Hans-Peter </a:t>
            </a:r>
            <a:r>
              <a:rPr sz="1650">
                <a:solidFill>
                  <a:srgbClr val="132B3B"/>
                </a:solidFill>
                <a:latin typeface="Arial"/>
                <a:ea typeface="Arial"/>
                <a:cs typeface="Arial"/>
              </a:rPr>
              <a:t>Läuchli</a:t>
            </a:r>
            <a:endParaRPr sz="2000">
              <a:latin typeface="Arial"/>
              <a:ea typeface="Arial"/>
              <a:cs typeface="Arial"/>
            </a:endParaRPr>
          </a:p>
        </p:txBody>
      </p:sp>
      <p:sp>
        <p:nvSpPr>
          <p:cNvPr id="127" name="Alter">
            <a:extLst xmlns:a="http://schemas.openxmlformats.org/drawingml/2006/main">
              <a:ext uri="{FF2B5EF4-FFF2-40B4-BE49-F238E27FC236}">
                <a16:creationId xmlns:a16="http://schemas.microsoft.com/office/drawing/2014/main" id="{11BB9D78-05FB-4E72-84FD-82AEFE511AA8}"/>
              </a:ext>
            </a:extLst>
          </p:cNvPr>
          <p:cNvSpPr>
            <a:spLocks xmlns:a="http://schemas.openxmlformats.org/drawingml/2006/main" noGrp="1"/>
          </p:cNvSpPr>
          <p:nvPr/>
        </p:nvSpPr>
        <p:spPr>
          <a:xfrm xmlns:a="http://schemas.openxmlformats.org/drawingml/2006/main">
            <a:off x="95250" y="1759268"/>
            <a:ext cx="887540"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Stadtführer</a:t>
            </a:r>
            <a:endParaRPr sz="1200">
              <a:latin typeface="Arial"/>
              <a:ea typeface="Arial"/>
              <a:cs typeface="Arial"/>
            </a:endParaRPr>
          </a:p>
        </p:txBody>
      </p:sp>
      <p:sp>
        <p:nvSpPr>
          <p:cNvPr id="129" name="Rechteck">
            <a:extLst xmlns:a="http://schemas.openxmlformats.org/drawingml/2006/main">
              <a:ext uri="{FF2B5EF4-FFF2-40B4-BE49-F238E27FC236}">
                <a16:creationId xmlns:a16="http://schemas.microsoft.com/office/drawing/2014/main" id="{3F0810EF-5BC7-4BD1-8421-E11BF336FF35}"/>
              </a:ext>
            </a:extLst>
          </p:cNvPr>
          <p:cNvSpPr>
            <a:spLocks xmlns:a="http://schemas.openxmlformats.org/drawingml/2006/main" noGrp="1"/>
          </p:cNvSpPr>
          <p:nvPr/>
        </p:nvSpPr>
        <p:spPr>
          <a:xfrm xmlns:a="http://schemas.openxmlformats.org/drawingml/2006/main">
            <a:off x="2565845" y="737140"/>
            <a:ext cx="4292156" cy="633317"/>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42" name="Alter">
            <a:extLst xmlns:a="http://schemas.openxmlformats.org/drawingml/2006/main">
              <a:ext uri="{FF2B5EF4-FFF2-40B4-BE49-F238E27FC236}">
                <a16:creationId xmlns:a16="http://schemas.microsoft.com/office/drawing/2014/main" id="{E9D5841D-B961-4677-ADD2-ED747BCE5EF2}"/>
              </a:ext>
            </a:extLst>
          </p:cNvPr>
          <p:cNvSpPr>
            <a:spLocks xmlns:a="http://schemas.openxmlformats.org/drawingml/2006/main" noGrp="1"/>
          </p:cNvSpPr>
          <p:nvPr/>
        </p:nvSpPr>
        <p:spPr>
          <a:xfrm xmlns:a="http://schemas.openxmlformats.org/drawingml/2006/main">
            <a:off x="2724150" y="990600"/>
            <a:ext cx="11430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Alter: 76</a:t>
            </a:r>
          </a:p>
        </p:txBody>
      </p:sp>
      <p:sp>
        <p:nvSpPr>
          <p:cNvPr id="43" name="Wohnort">
            <a:extLst xmlns:a="http://schemas.openxmlformats.org/drawingml/2006/main">
              <a:ext uri="{FF2B5EF4-FFF2-40B4-BE49-F238E27FC236}">
                <a16:creationId xmlns:a16="http://schemas.microsoft.com/office/drawing/2014/main" id="{B4B6DA3A-CE7A-4C1A-82F7-A06F4FEF286E}"/>
              </a:ext>
            </a:extLst>
          </p:cNvPr>
          <p:cNvSpPr>
            <a:spLocks xmlns:a="http://schemas.openxmlformats.org/drawingml/2006/main" noGrp="1"/>
          </p:cNvSpPr>
          <p:nvPr/>
        </p:nvSpPr>
        <p:spPr>
          <a:xfrm xmlns:a="http://schemas.openxmlformats.org/drawingml/2006/main">
            <a:off x="3962400" y="990600"/>
            <a:ext cx="12954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Ort: Windisch</a:t>
            </a:r>
          </a:p>
        </p:txBody>
      </p:sp>
      <p:sp>
        <p:nvSpPr>
          <p:cNvPr id="44" name="Familienstatus">
            <a:extLst xmlns:a="http://schemas.openxmlformats.org/drawingml/2006/main">
              <a:ext uri="{FF2B5EF4-FFF2-40B4-BE49-F238E27FC236}">
                <a16:creationId xmlns:a16="http://schemas.microsoft.com/office/drawing/2014/main" id="{0EAEA570-8D74-43FC-8C79-3B6AD5E1ABED}"/>
              </a:ext>
            </a:extLst>
          </p:cNvPr>
          <p:cNvSpPr>
            <a:spLocks xmlns:a="http://schemas.openxmlformats.org/drawingml/2006/main" noGrp="1"/>
          </p:cNvSpPr>
          <p:nvPr/>
        </p:nvSpPr>
        <p:spPr>
          <a:xfrm xmlns:a="http://schemas.openxmlformats.org/drawingml/2006/main">
            <a:off x="5314950" y="990600"/>
            <a:ext cx="13335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Status: Single</a:t>
            </a:r>
          </a:p>
        </p:txBody>
      </p:sp>
      <p:sp>
        <p:nvSpPr>
          <p:cNvPr id="130" name="Alter">
            <a:extLst xmlns:a="http://schemas.openxmlformats.org/drawingml/2006/main">
              <a:ext uri="{FF2B5EF4-FFF2-40B4-BE49-F238E27FC236}">
                <a16:creationId xmlns:a16="http://schemas.microsoft.com/office/drawing/2014/main" id="{F5FC5F0C-C18F-4BAA-A0B3-F18DFEB8F87B}"/>
              </a:ext>
            </a:extLst>
          </p:cNvPr>
          <p:cNvSpPr>
            <a:spLocks xmlns:a="http://schemas.openxmlformats.org/drawingml/2006/main" noGrp="1"/>
          </p:cNvSpPr>
          <p:nvPr/>
        </p:nvSpPr>
        <p:spPr>
          <a:xfrm xmlns:a="http://schemas.openxmlformats.org/drawingml/2006/main">
            <a:off x="1002697" y="1128808"/>
            <a:ext cx="358902" cy="25908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lgn="l">
              <a:buNone/>
              <a:defRPr sz="1500" b="0" spc="75">
                <a:solidFill>
                  <a:srgbClr val="FFFFFF"/>
                </a:solidFill>
                <a:latin typeface="Futura"/>
                <a:ea typeface="Futura"/>
                <a:cs typeface="Futura"/>
              </a:defRPr>
            </a:lvl1pPr>
          </a:lstStyle>
          <a:p xmlns:a="http://schemas.openxmlformats.org/drawingml/2006/main">
            <a:r>
              <a:rPr sz="1200">
                <a:latin typeface="Arial"/>
                <a:ea typeface="Arial"/>
                <a:cs typeface="Arial"/>
              </a:rPr>
              <a:t>Bild</a:t>
            </a:r>
          </a:p>
        </p:txBody>
      </p:sp>
      <p:sp>
        <p:nvSpPr>
          <p:cNvPr id="133" name="Digitale Fähigkeiten">
            <a:extLst xmlns:a="http://schemas.openxmlformats.org/drawingml/2006/main">
              <a:ext uri="{FF2B5EF4-FFF2-40B4-BE49-F238E27FC236}">
                <a16:creationId xmlns:a16="http://schemas.microsoft.com/office/drawing/2014/main" id="{95639156-22EA-4C71-9604-82EE6697CA59}"/>
              </a:ext>
            </a:extLst>
          </p:cNvPr>
          <p:cNvSpPr>
            <a:spLocks xmlns:a="http://schemas.openxmlformats.org/drawingml/2006/main" noGrp="1"/>
          </p:cNvSpPr>
          <p:nvPr/>
        </p:nvSpPr>
        <p:spPr>
          <a:xfrm xmlns:a="http://schemas.openxmlformats.org/drawingml/2006/main">
            <a:off x="106013" y="3408617"/>
            <a:ext cx="1878933"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Digitale Fähigkeiten</a:t>
            </a:r>
          </a:p>
        </p:txBody>
      </p:sp>
      <p:sp>
        <p:nvSpPr>
          <p:cNvPr id="137" name="Digitale Fähigkeiten">
            <a:extLst xmlns:a="http://schemas.openxmlformats.org/drawingml/2006/main">
              <a:ext uri="{FF2B5EF4-FFF2-40B4-BE49-F238E27FC236}">
                <a16:creationId xmlns:a16="http://schemas.microsoft.com/office/drawing/2014/main" id="{CC16A71D-C474-48D6-B981-443BBB56BFFC}"/>
              </a:ext>
            </a:extLst>
          </p:cNvPr>
          <p:cNvSpPr>
            <a:spLocks xmlns:a="http://schemas.openxmlformats.org/drawingml/2006/main" noGrp="1"/>
          </p:cNvSpPr>
          <p:nvPr/>
        </p:nvSpPr>
        <p:spPr>
          <a:xfrm xmlns:a="http://schemas.openxmlformats.org/drawingml/2006/main">
            <a:off x="79915" y="5241798"/>
            <a:ext cx="1347915"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Persönlichkeit</a:t>
            </a:r>
          </a:p>
        </p:txBody>
      </p:sp>
      <p:sp>
        <p:nvSpPr>
          <p:cNvPr id="142" name="„Kurzbeschreibung in Form eines Zitats. Wie würde sich unsere Persona selbst beschreiben?“">
            <a:extLst xmlns:a="http://schemas.openxmlformats.org/drawingml/2006/main">
              <a:ext uri="{FF2B5EF4-FFF2-40B4-BE49-F238E27FC236}">
                <a16:creationId xmlns:a16="http://schemas.microsoft.com/office/drawing/2014/main" id="{BBBCFEF8-EC0F-4D66-8148-8817A5F7ECFA}"/>
              </a:ext>
            </a:extLst>
          </p:cNvPr>
          <p:cNvSpPr>
            <a:spLocks xmlns:a="http://schemas.openxmlformats.org/drawingml/2006/main" noGrp="1"/>
          </p:cNvSpPr>
          <p:nvPr/>
        </p:nvSpPr>
        <p:spPr>
          <a:xfrm xmlns:a="http://schemas.openxmlformats.org/drawingml/2006/main">
            <a:off x="2724150" y="190500"/>
            <a:ext cx="3905250" cy="60960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200" b="0">
                <a:solidFill>
                  <a:srgbClr val="132B3B"/>
                </a:solidFill>
                <a:latin typeface="Avenir Book Oblique"/>
                <a:ea typeface="Avenir Book Oblique"/>
                <a:cs typeface="Avenir Book Oblique"/>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„Ich möchte sofort verstehen, warum ich gewonnen oder verloren habe.“</a:t>
            </a:r>
          </a:p>
        </p:txBody>
      </p:sp>
      <p:sp>
        <p:nvSpPr>
          <p:cNvPr id="146" name="Szenario/Bio">
            <a:extLst xmlns:a="http://schemas.openxmlformats.org/drawingml/2006/main">
              <a:ext uri="{FF2B5EF4-FFF2-40B4-BE49-F238E27FC236}">
                <a16:creationId xmlns:a16="http://schemas.microsoft.com/office/drawing/2014/main" id="{2EA78725-E414-45A0-B0B0-77706EA3C96E}"/>
              </a:ext>
            </a:extLst>
          </p:cNvPr>
          <p:cNvSpPr>
            <a:spLocks xmlns:a="http://schemas.openxmlformats.org/drawingml/2006/main" noGrp="1"/>
          </p:cNvSpPr>
          <p:nvPr/>
        </p:nvSpPr>
        <p:spPr>
          <a:xfrm xmlns:a="http://schemas.openxmlformats.org/drawingml/2006/main">
            <a:off x="2715101" y="1356170"/>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2A108906-8453-449A-9AC4-F3A016E1F1C2}"/>
              </a:ext>
            </a:extLst>
          </p:cNvPr>
          <p:cNvSpPr>
            <a:spLocks xmlns:a="http://schemas.openxmlformats.org/drawingml/2006/main" noGrp="1"/>
          </p:cNvSpPr>
          <p:nvPr/>
        </p:nvSpPr>
        <p:spPr>
          <a:xfrm xmlns:a="http://schemas.openxmlformats.org/drawingml/2006/main">
            <a:off x="2723579" y="1552766"/>
            <a:ext cx="3896201" cy="80772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Hans-Peter ist 76, arbeitet als Stadtführer in Windisch und spielt gelegentlich Roulette. Wegen seiner geringen digitalen Erfahrung braucht er eine klare, nachvollziehbare Ergebnisanzeige.</a:t>
            </a:r>
          </a:p>
        </p:txBody>
      </p:sp>
      <p:pic>
        <p:nvPicPr>
          <p:cNvPr id="290" name="Grafik 160">
            <a:extLst xmlns:a="http://schemas.openxmlformats.org/drawingml/2006/main">
              <a:ext uri="{FF2B5EF4-FFF2-40B4-BE49-F238E27FC236}">
                <a16:creationId xmlns:a16="http://schemas.microsoft.com/office/drawing/2014/main" id="{EBC6DD39-72E9-476E-8FE7-EBDFF31C1602}"/>
              </a:ext>
            </a:extLst>
          </p:cNvPr>
          <p:cNvPicPr>
            <a:picLocks xmlns:a="http://schemas.openxmlformats.org/drawingml/2006/main" noChangeAspect="1"/>
          </p:cNvPicPr>
          <p:nvPr/>
        </p:nvPicPr>
        <p:blipFill>
          <a:blip xmlns:r="http://schemas.openxmlformats.org/officeDocument/2006/relationships" xmlns:a="http://schemas.openxmlformats.org/drawingml/2006/main" r:embed="R57c9a93ac78c4441"/>
          <a:stretch xmlns:a="http://schemas.openxmlformats.org/drawingml/2006/main">
            <a:fillRect l="0" t="0" r="0" b="0"/>
          </a:stretch>
        </p:blipFill>
        <p:spPr>
          <a:xfrm xmlns:a="http://schemas.openxmlformats.org/drawingml/2006/main">
            <a:off x="199459" y="7886105"/>
            <a:ext cx="361188" cy="361188"/>
          </a:xfrm>
          <a:prstGeom xmlns:a="http://schemas.openxmlformats.org/drawingml/2006/main" prst="rect">
            <a:avLst/>
          </a:prstGeom>
        </p:spPr>
      </p:pic>
      <p:pic>
        <p:nvPicPr>
          <p:cNvPr id="291" name="Grafik 168">
            <a:extLst xmlns:a="http://schemas.openxmlformats.org/drawingml/2006/main">
              <a:ext uri="{FF2B5EF4-FFF2-40B4-BE49-F238E27FC236}">
                <a16:creationId xmlns:a16="http://schemas.microsoft.com/office/drawing/2014/main" id="{C46AFEAE-3480-483A-B8AF-89946F7ABF8E}"/>
              </a:ext>
            </a:extLst>
          </p:cNvPr>
          <p:cNvPicPr>
            <a:picLocks xmlns:a="http://schemas.openxmlformats.org/drawingml/2006/main" noChangeAspect="1"/>
          </p:cNvPicPr>
          <p:nvPr/>
        </p:nvPicPr>
        <p:blipFill>
          <a:blip xmlns:r="http://schemas.openxmlformats.org/officeDocument/2006/relationships" xmlns:a="http://schemas.openxmlformats.org/drawingml/2006/main" r:embed="R6551975d1c734d0c"/>
          <a:stretch xmlns:a="http://schemas.openxmlformats.org/drawingml/2006/main">
            <a:fillRect l="0" t="0" r="0" b="0"/>
          </a:stretch>
        </p:blipFill>
        <p:spPr>
          <a:xfrm xmlns:a="http://schemas.openxmlformats.org/drawingml/2006/main">
            <a:off x="598262" y="7876712"/>
            <a:ext cx="361188" cy="361188"/>
          </a:xfrm>
          <a:prstGeom xmlns:a="http://schemas.openxmlformats.org/drawingml/2006/main" prst="rect">
            <a:avLst/>
          </a:prstGeom>
        </p:spPr>
      </p:pic>
      <p:sp>
        <p:nvSpPr>
          <p:cNvPr id="170" name="Digitale Fähigkeiten">
            <a:extLst xmlns:a="http://schemas.openxmlformats.org/drawingml/2006/main">
              <a:ext uri="{FF2B5EF4-FFF2-40B4-BE49-F238E27FC236}">
                <a16:creationId xmlns:a16="http://schemas.microsoft.com/office/drawing/2014/main" id="{821DEF16-F116-4C22-BE2F-DF356BBE6A40}"/>
              </a:ext>
            </a:extLst>
          </p:cNvPr>
          <p:cNvSpPr>
            <a:spLocks xmlns:a="http://schemas.openxmlformats.org/drawingml/2006/main" noGrp="1"/>
          </p:cNvSpPr>
          <p:nvPr/>
        </p:nvSpPr>
        <p:spPr>
          <a:xfrm xmlns:a="http://schemas.openxmlformats.org/drawingml/2006/main">
            <a:off x="100203" y="2325719"/>
            <a:ext cx="1152080"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Technologie</a:t>
            </a:r>
          </a:p>
        </p:txBody>
      </p:sp>
      <p:pic>
        <p:nvPicPr>
          <p:cNvPr id="293" name="Grafik 175">
            <a:extLst xmlns:a="http://schemas.openxmlformats.org/drawingml/2006/main">
              <a:ext uri="{FF2B5EF4-FFF2-40B4-BE49-F238E27FC236}">
                <a16:creationId xmlns:a16="http://schemas.microsoft.com/office/drawing/2014/main" id="{07068C34-0F74-4BA1-8ACA-664F0D15A8A6}"/>
              </a:ext>
            </a:extLst>
          </p:cNvPr>
          <p:cNvPicPr>
            <a:picLocks xmlns:a="http://schemas.openxmlformats.org/drawingml/2006/main" noChangeAspect="1"/>
          </p:cNvPicPr>
          <p:nvPr/>
        </p:nvPicPr>
        <p:blipFill>
          <a:blip xmlns:r="http://schemas.openxmlformats.org/officeDocument/2006/relationships" xmlns:a="http://schemas.openxmlformats.org/drawingml/2006/main" r:embed="R1b5b78353a144039"/>
          <a:stretch xmlns:a="http://schemas.openxmlformats.org/drawingml/2006/main">
            <a:fillRect l="0" t="0" r="0" b="0"/>
          </a:stretch>
        </p:blipFill>
        <p:spPr>
          <a:xfrm xmlns:a="http://schemas.openxmlformats.org/drawingml/2006/main">
            <a:off x="162886" y="2982875"/>
            <a:ext cx="361188" cy="361188"/>
          </a:xfrm>
          <a:prstGeom xmlns:a="http://schemas.openxmlformats.org/drawingml/2006/main" prst="rect">
            <a:avLst/>
          </a:prstGeom>
        </p:spPr>
      </p:pic>
      <p:sp>
        <p:nvSpPr>
          <p:cNvPr id="178" name="Digitale Fähigkeiten">
            <a:extLst xmlns:a="http://schemas.openxmlformats.org/drawingml/2006/main">
              <a:ext uri="{FF2B5EF4-FFF2-40B4-BE49-F238E27FC236}">
                <a16:creationId xmlns:a16="http://schemas.microsoft.com/office/drawing/2014/main" id="{82A58D85-42C8-48A9-A00B-31BE53B3F5C8}"/>
              </a:ext>
            </a:extLst>
          </p:cNvPr>
          <p:cNvSpPr>
            <a:spLocks xmlns:a="http://schemas.openxmlformats.org/drawingml/2006/main" noGrp="1"/>
          </p:cNvSpPr>
          <p:nvPr/>
        </p:nvSpPr>
        <p:spPr>
          <a:xfrm xmlns:a="http://schemas.openxmlformats.org/drawingml/2006/main">
            <a:off x="136017" y="7552277"/>
            <a:ext cx="804481"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Browser</a:t>
            </a:r>
          </a:p>
        </p:txBody>
      </p:sp>
      <p:sp>
        <p:nvSpPr>
          <p:cNvPr id="179" name="Digitale Fähigkeiten">
            <a:extLst xmlns:a="http://schemas.openxmlformats.org/drawingml/2006/main">
              <a:ext uri="{FF2B5EF4-FFF2-40B4-BE49-F238E27FC236}">
                <a16:creationId xmlns:a16="http://schemas.microsoft.com/office/drawing/2014/main" id="{656CB1C1-874D-46D5-BD82-E2CBE1600F4C}"/>
              </a:ext>
            </a:extLst>
          </p:cNvPr>
          <p:cNvSpPr>
            <a:spLocks xmlns:a="http://schemas.openxmlformats.org/drawingml/2006/main" noGrp="1"/>
          </p:cNvSpPr>
          <p:nvPr/>
        </p:nvSpPr>
        <p:spPr>
          <a:xfrm xmlns:a="http://schemas.openxmlformats.org/drawingml/2006/main">
            <a:off x="128016" y="8343995"/>
            <a:ext cx="1241044"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Appsnutzung</a:t>
            </a:r>
          </a:p>
        </p:txBody>
      </p:sp>
      <p:sp>
        <p:nvSpPr>
          <p:cNvPr id="8" name="Szenario/Bio">
            <a:extLst xmlns:a="http://schemas.openxmlformats.org/drawingml/2006/main">
              <a:ext uri="{FF2B5EF4-FFF2-40B4-BE49-F238E27FC236}">
                <a16:creationId xmlns:a16="http://schemas.microsoft.com/office/drawing/2014/main" id="{A18CC650-64E9-CE9D-B2CD-B8F23CF1DA62}"/>
              </a:ext>
            </a:extLst>
          </p:cNvPr>
          <p:cNvSpPr>
            <a:spLocks xmlns:a="http://schemas.openxmlformats.org/drawingml/2006/main" noGrp="1"/>
          </p:cNvSpPr>
          <p:nvPr/>
        </p:nvSpPr>
        <p:spPr>
          <a:xfrm xmlns:a="http://schemas.openxmlformats.org/drawingml/2006/main">
            <a:off x="2702338" y="2860358"/>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347DC844-66C0-EE16-5FCD-082025B9AAED}"/>
              </a:ext>
            </a:extLst>
          </p:cNvPr>
          <p:cNvSpPr>
            <a:spLocks xmlns:a="http://schemas.openxmlformats.org/drawingml/2006/main" noGrp="1"/>
          </p:cNvSpPr>
          <p:nvPr/>
        </p:nvSpPr>
        <p:spPr>
          <a:xfrm xmlns:a="http://schemas.openxmlformats.org/drawingml/2006/main">
            <a:off x="2723579" y="3071813"/>
            <a:ext cx="3896201" cy="44196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Er möchte nach jedem Dreh Gewinnzahl, Farbe sowie Gewinn oder Verlust nachvollziehen können.</a:t>
            </a:r>
          </a:p>
        </p:txBody>
      </p:sp>
      <p:sp>
        <p:nvSpPr>
          <p:cNvPr id="16" name="Szenario/Bio">
            <a:extLst xmlns:a="http://schemas.openxmlformats.org/drawingml/2006/main">
              <a:ext uri="{FF2B5EF4-FFF2-40B4-BE49-F238E27FC236}">
                <a16:creationId xmlns:a16="http://schemas.microsoft.com/office/drawing/2014/main" id="{2C80E7B7-AAB0-10EE-3ACB-A3C87E2227E7}"/>
              </a:ext>
            </a:extLst>
          </p:cNvPr>
          <p:cNvSpPr>
            <a:spLocks xmlns:a="http://schemas.openxmlformats.org/drawingml/2006/main" noGrp="1"/>
          </p:cNvSpPr>
          <p:nvPr/>
        </p:nvSpPr>
        <p:spPr>
          <a:xfrm xmlns:a="http://schemas.openxmlformats.org/drawingml/2006/main">
            <a:off x="2724150" y="5476875"/>
            <a:ext cx="3914775" cy="3238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425" b="1">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425" b="1">
                <a:solidFill>
                  <a:srgbClr val="132B3B"/>
                </a:solidFill>
                <a:latin typeface="Arial"/>
                <a:ea typeface="Arial"/>
                <a:cs typeface="Arial"/>
              </a:defRPr>
            </a:lvl2pPr>
            <a:lvl3pPr>
              <a:defRPr sz="1425" b="1">
                <a:solidFill>
                  <a:srgbClr val="132B3B"/>
                </a:solidFill>
                <a:latin typeface="Arial"/>
                <a:ea typeface="Arial"/>
                <a:cs typeface="Arial"/>
              </a:defRPr>
            </a:lvl3pPr>
            <a:lvl4pPr>
              <a:defRPr sz="1425" b="1">
                <a:solidFill>
                  <a:srgbClr val="132B3B"/>
                </a:solidFill>
                <a:latin typeface="Arial"/>
                <a:ea typeface="Arial"/>
                <a:cs typeface="Arial"/>
              </a:defRPr>
            </a:lvl4pPr>
            <a:lvl5pPr>
              <a:defRPr sz="1425" b="1">
                <a:solidFill>
                  <a:srgbClr val="132B3B"/>
                </a:solidFill>
                <a:latin typeface="Arial"/>
                <a:ea typeface="Arial"/>
                <a:cs typeface="Arial"/>
              </a:defRPr>
            </a:lvl5pPr>
            <a:lvl6pPr>
              <a:defRPr sz="1425" b="1">
                <a:solidFill>
                  <a:srgbClr val="132B3B"/>
                </a:solidFill>
                <a:latin typeface="Arial"/>
                <a:ea typeface="Arial"/>
                <a:cs typeface="Arial"/>
              </a:defRPr>
            </a:lvl6pPr>
            <a:lvl7pPr>
              <a:defRPr sz="1425" b="1">
                <a:solidFill>
                  <a:srgbClr val="132B3B"/>
                </a:solidFill>
                <a:latin typeface="Arial"/>
                <a:ea typeface="Arial"/>
                <a:cs typeface="Arial"/>
              </a:defRPr>
            </a:lvl7pPr>
            <a:lvl8pPr>
              <a:defRPr sz="1425" b="1">
                <a:solidFill>
                  <a:srgbClr val="132B3B"/>
                </a:solidFill>
                <a:latin typeface="Arial"/>
                <a:ea typeface="Arial"/>
                <a:cs typeface="Arial"/>
              </a:defRPr>
            </a:lvl8pPr>
            <a:lvl9pPr>
              <a:defRPr sz="1425" b="1">
                <a:solidFill>
                  <a:srgbClr val="132B3B"/>
                </a:solidFill>
                <a:latin typeface="Arial"/>
                <a:ea typeface="Arial"/>
                <a:cs typeface="Arial"/>
              </a:defRPr>
            </a:lvl9pPr>
          </a:lstStyle>
          <a:p xmlns:a="http://schemas.openxmlformats.org/drawingml/2006/main">
            <a:pPr>
              <a:defRPr sz="1425" b="1">
                <a:solidFill>
                  <a:srgbClr val="132B3B"/>
                </a:solidFill>
                <a:latin typeface="Arial"/>
                <a:ea typeface="Arial"/>
                <a:cs typeface="Arial"/>
              </a:defRPr>
            </a:pPr>
            <a:r>
              <a:rPr sz="1425" b="1">
                <a:solidFill>
                  <a:srgbClr val="132B3B"/>
                </a:solidFill>
                <a:latin typeface="Arial"/>
                <a:ea typeface="Arial"/>
                <a:cs typeface="Arial"/>
              </a:rPr>
              <a:t>US-10 Roulette auswerten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D402C09C-E8A7-5E55-4333-E50D4A51CDE6}"/>
              </a:ext>
            </a:extLst>
          </p:cNvPr>
          <p:cNvSpPr>
            <a:spLocks xmlns:a="http://schemas.openxmlformats.org/drawingml/2006/main" noGrp="1"/>
          </p:cNvSpPr>
          <p:nvPr/>
        </p:nvSpPr>
        <p:spPr>
          <a:xfrm xmlns:a="http://schemas.openxmlformats.org/drawingml/2006/main">
            <a:off x="2724150" y="5857875"/>
            <a:ext cx="3914775" cy="3667125"/>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Als Roulettespieler möchte ich Gewinnzahl, Farbe und Nettoergebnis sehen, damit ich meinen Jetonstand nachvollziehe.</a:t>
            </a:r>
            <a:endParaRPr sz="1200">
              <a:latin typeface="Arial"/>
              <a:ea typeface="Arial"/>
              <a:cs typeface="Arial"/>
            </a:endParaRP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
            </a:r>
            <a:endParaRPr sz="1200">
              <a:latin typeface="Arial"/>
              <a:ea typeface="Arial"/>
              <a:cs typeface="Arial"/>
            </a:endParaRP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Akzeptanz</a:t>
            </a:r>
            <a:endParaRPr sz="1200">
              <a:latin typeface="Arial"/>
              <a:ea typeface="Arial"/>
              <a:cs typeface="Arial"/>
            </a:endParaRP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1. Zahl 0–36: Einzelzahl zahlt 36-fach, Farbe 2-fach und Dutzend 3-fach inklusive Einsatz.</a:t>
            </a:r>
            <a:endParaRPr sz="1200">
              <a:latin typeface="Arial"/>
              <a:ea typeface="Arial"/>
              <a:cs typeface="Arial"/>
            </a:endParaRP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2. Bei Zéro verlieren Aussenwetten. Netto = Auszahlung minus Gesamteinsatz.</a:t>
            </a:r>
            <a:endParaRPr sz="1200">
              <a:latin typeface="Arial"/>
              <a:ea typeface="Arial"/>
              <a:cs typeface="Arial"/>
            </a:endParaRP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3. Die Auszahlung erfolgt nach der Animation genau einmal. Der Verlauf enthält zehn Zahlen.</a:t>
            </a:r>
            <a:endParaRPr sz="1200">
              <a:latin typeface="Arial"/>
              <a:ea typeface="Arial"/>
              <a:cs typeface="Arial"/>
            </a:endParaRPr>
          </a:p>
        </p:txBody>
      </p:sp>
      <p:pic>
        <p:nvPicPr>
          <p:cNvPr id="300" name="Grafik 1">
            <a:extLst xmlns:a="http://schemas.openxmlformats.org/drawingml/2006/main">
              <a:ext uri="{FF2B5EF4-FFF2-40B4-BE49-F238E27FC236}">
                <a16:creationId xmlns:a16="http://schemas.microsoft.com/office/drawing/2014/main" id="{938D667D-3FBF-4131-AD18-8E0D102579C7}"/>
              </a:ext>
            </a:extLst>
          </p:cNvPr>
          <p:cNvPicPr>
            <a:picLocks xmlns:a="http://schemas.openxmlformats.org/drawingml/2006/main" noChangeAspect="1"/>
          </p:cNvPicPr>
          <p:nvPr/>
        </p:nvPicPr>
        <p:blipFill>
          <a:blip xmlns:r="http://schemas.openxmlformats.org/officeDocument/2006/relationships" xmlns:a="http://schemas.openxmlformats.org/drawingml/2006/main" r:embed="Rf1b02f3bf89247c9"/>
          <a:srcRect xmlns:a="http://schemas.openxmlformats.org/drawingml/2006/main" l="14048" t="0" r="18692" b="69864"/>
          <a:stretch xmlns:a="http://schemas.openxmlformats.org/drawingml/2006/main">
            <a:fillRect l="0" t="0" r="0" b="0"/>
          </a:stretch>
        </p:blipFill>
        <p:spPr>
          <a:xfrm xmlns:a="http://schemas.openxmlformats.org/drawingml/2006/main">
            <a:off x="520667" y="48686"/>
            <a:ext cx="1454223" cy="1419157"/>
          </a:xfrm>
          <a:prstGeom xmlns:a="http://schemas.openxmlformats.org/drawingml/2006/main" prst="ellipse">
            <a:avLst/>
          </a:prstGeom>
        </p:spPr>
      </p:pic>
    </p:spTree>
    <p:extLst>
      <p:ext uri="{BB962C8B-B14F-4D97-AF65-F5344CB8AC3E}">
        <p14:creationId xmlns:p14="http://schemas.microsoft.com/office/powerpoint/2010/main" val="4018722917"/>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2026-10-29T10:35:38.3020000Z</dcterms:created>
  <dcterms:modified xsi:type="dcterms:W3CDTF">2026-10-29T10:35:38.3020000Z</dcterms:modified>
</coreProperties>
</file>