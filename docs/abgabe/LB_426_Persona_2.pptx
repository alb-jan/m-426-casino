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21882fad734caf" /><Relationship Type="http://schemas.openxmlformats.org/officeDocument/2006/relationships/extended-properties" Target="/docProps/app.xml" Id="Rc99b7f9168bf4eec" /><Relationship Type="http://schemas.openxmlformats.org/officeDocument/2006/relationships/officeDocument" Target="/ppt/presentation.xml" Id="R6591fb7e2fe942bf" /></Relationships>
</file>

<file path=ppt/presentation.xml><?xml version="1.0" encoding="utf-8"?>
<p:presentation xmlns:p="http://schemas.openxmlformats.org/presentationml/2006/main">
  <p:sldMasterIdLst>
    <p:sldMasterId xmlns:r="http://schemas.openxmlformats.org/officeDocument/2006/relationships" id="2147483648" r:id="Rdb6485390a194616"/>
  </p:sldMasterIdLst>
  <p:notesMasterIdLst>
    <p:notesMasterId xmlns:r="http://schemas.openxmlformats.org/officeDocument/2006/relationships" r:id="R35ed711bb40a41e5"/>
  </p:notesMasterIdLst>
  <p:sldIdLst>
    <p:sldId xmlns:r="http://schemas.openxmlformats.org/officeDocument/2006/relationships" id="256" r:id="R3430f058e84b4201"/>
  </p:sldIdLst>
  <p:sldSz cx="6858000" cy="9906000"/>
  <p:notesSz cx="6858000" cy="9144000"/>
</p:presentation>
</file>

<file path=ppt/authors.xml><?xml version="1.0" encoding="utf-8"?>
<p188:authorLst xmlns:p188="http://schemas.microsoft.com/office/powerpoint/2018/8/main">
  <p188:author id="{13FDF5FE-17E7-0124-1F18-581FE0883E4C}" name="Fabrice.Thut" initials="F" userId="S::Fabrice.Thut@bbbaden.ch::7797283b-deb2-4095-a23a-9534c889f141"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26031102fce4a60" /><Relationship Type="http://schemas.openxmlformats.org/officeDocument/2006/relationships/slideMaster" Target="/ppt/slideMasters/slideMaster1.xml" Id="Rdb6485390a194616" /><Relationship Type="http://schemas.openxmlformats.org/officeDocument/2006/relationships/notesMaster" Target="/ppt/notesMasters/notesMaster1.xml" Id="R35ed711bb40a41e5" /><Relationship Type="http://schemas.openxmlformats.org/officeDocument/2006/relationships/presProps" Target="/ppt/presProps.xml" Id="R8d37714b68f848a5" /><Relationship Type="http://schemas.openxmlformats.org/officeDocument/2006/relationships/viewProps" Target="/ppt/viewProps.xml" Id="Rb9c6d528c7d548b2" /><Relationship Type="http://schemas.openxmlformats.org/officeDocument/2006/relationships/tableStyles" Target="/ppt/tableStyles.xml" Id="R2a962c205c124663" /><Relationship Type="http://schemas.microsoft.com/office/2018/10/relationships/authors" Target="/ppt/authors.xml" Id="R745f922f5ddb4a51" /><Relationship Type="http://schemas.openxmlformats.org/officeDocument/2006/relationships/slide" Target="/ppt/slides/slide1.xml" Id="R3430f058e84b42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9f6f307a7d49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82d0c43b9e459a" /><Relationship Type="http://schemas.openxmlformats.org/officeDocument/2006/relationships/notesMaster" Target="/ppt/notesMasters/notesMaster1.xml" Id="R3bf65b21ed8148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a2e89df3c346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bb416cd03946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96f4dabd6d41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648de9069e45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44b225775442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01ac5d9e92413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f8b84df47e04e7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2fea8cc26d6406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b26b1551e5b46d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294bb79014340d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9243d7753d749f7" /></Relationships>
</file>

<file path=ppt/slideLayouts/slideLayout1.xml><?xml version="1.0" encoding="utf-8"?>
<p:sldLayout xmlns:p="http://schemas.openxmlformats.org/presentationml/2006/main" type="title" preserve="1">
  <p:cSld name="Titelfoli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BF3676-EDFE-456B-818E-DDFB308F2996}"/>
              </a:ext>
            </a:extLst>
          </p:cNvPr>
          <p:cNvSpPr>
            <a:spLocks xmlns:a="http://schemas.openxmlformats.org/drawingml/2006/main" noGrp="1"/>
          </p:cNvSpPr>
          <p:nvPr>
            <p:ph type="ctrTitle" idx="0"/>
          </p:nvPr>
        </p:nvSpPr>
        <p:spPr>
          <a:xfrm xmlns:a="http://schemas.openxmlformats.org/drawingml/2006/main">
            <a:off x="514350" y="1621191"/>
            <a:ext cx="5829300" cy="3448756"/>
          </a:xfrm>
        </p:spPr>
        <p:txBody>
          <a:bodyPr xmlns:a="http://schemas.openxmlformats.org/drawingml/2006/main" anchor="b"/>
          <a:lstStyle xmlns:a="http://schemas.openxmlformats.org/drawingml/2006/main">
            <a:lvl1pPr algn="ctr">
              <a:buNone/>
              <a:defRPr sz="4500"/>
            </a:lvl1pPr>
          </a:lstStyle>
          <a:p xmlns:a="http://schemas.openxmlformats.org/drawingml/2006/main">
            <a:r>
              <a:t>Mastertitelformat bearbeiten</a:t>
            </a:r>
          </a:p>
        </p:txBody>
      </p:sp>
      <p:sp>
        <p:nvSpPr>
          <p:cNvPr id="3" name="Subtitle 2">
            <a:extLst xmlns:a="http://schemas.openxmlformats.org/drawingml/2006/main">
              <a:ext uri="{FF2B5EF4-FFF2-40B4-BE49-F238E27FC236}">
                <a16:creationId xmlns:a16="http://schemas.microsoft.com/office/drawing/2014/main" id="{344AD975-1E07-47DD-8E65-F97185B26EF7}"/>
              </a:ext>
            </a:extLst>
          </p:cNvPr>
          <p:cNvSpPr>
            <a:spLocks xmlns:a="http://schemas.openxmlformats.org/drawingml/2006/main" noGrp="1"/>
          </p:cNvSpPr>
          <p:nvPr>
            <p:ph type="subTitle" idx="1"/>
          </p:nvPr>
        </p:nvSpPr>
        <p:spPr>
          <a:xfrm xmlns:a="http://schemas.openxmlformats.org/drawingml/2006/main">
            <a:off x="857250" y="5202944"/>
            <a:ext cx="5143500" cy="2391656"/>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Master-Untertitelformat bearbeiten</a:t>
            </a:r>
          </a:p>
        </p:txBody>
      </p:sp>
      <p:sp>
        <p:nvSpPr>
          <p:cNvPr id="4" name="Date Placeholder 3">
            <a:extLst xmlns:a="http://schemas.openxmlformats.org/drawingml/2006/main">
              <a:ext uri="{FF2B5EF4-FFF2-40B4-BE49-F238E27FC236}">
                <a16:creationId xmlns:a16="http://schemas.microsoft.com/office/drawing/2014/main" id="{5AE7F6D2-2C85-482B-A269-4CA27EAE59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0A3182BA-F71F-4CF3-BCC8-7C531BFE53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0D99DB9-0AAD-4F96-A538-932BEF7B25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2.xml><?xml version="1.0" encoding="utf-8"?>
<p:sldLayout xmlns:p="http://schemas.openxmlformats.org/presentationml/2006/main" type="obj" preserve="1">
  <p:cSld name="Titel und Inhal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76E455-ADAE-4A8E-8FAC-3154620E273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9FC9F2E2-B7DF-4E59-81E3-DFBE49A9124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BB06F44A-F948-45CB-A1E5-A873F9B45C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8CD6EB82-4F08-462C-A53B-8F44431DE0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1649D73-2FD8-4607-B781-FD876A5081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3.xml><?xml version="1.0" encoding="utf-8"?>
<p:sldLayout xmlns:p="http://schemas.openxmlformats.org/presentationml/2006/main" type="secHead" preserve="1">
  <p:cSld name="Abschnitts-&#10;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3047A2-9041-4597-BB08-4DDF9B1F3C1D}"/>
              </a:ext>
            </a:extLst>
          </p:cNvPr>
          <p:cNvSpPr>
            <a:spLocks xmlns:a="http://schemas.openxmlformats.org/drawingml/2006/main" noGrp="1"/>
          </p:cNvSpPr>
          <p:nvPr>
            <p:ph type="title" idx="0"/>
          </p:nvPr>
        </p:nvSpPr>
        <p:spPr>
          <a:xfrm xmlns:a="http://schemas.openxmlformats.org/drawingml/2006/main">
            <a:off x="467916" y="2469624"/>
            <a:ext cx="5915025" cy="4120620"/>
          </a:xfrm>
        </p:spPr>
        <p:txBody>
          <a:bodyPr xmlns:a="http://schemas.openxmlformats.org/drawingml/2006/main" anchor="b"/>
          <a:lstStyle xmlns:a="http://schemas.openxmlformats.org/drawingml/2006/main">
            <a:lvl1pPr>
              <a:buNone/>
              <a:defRPr sz="4500"/>
            </a:lvl1pPr>
          </a:lstStyle>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75AB29C0-0F13-493E-BAE2-815952B0ACE6}"/>
              </a:ext>
            </a:extLst>
          </p:cNvPr>
          <p:cNvSpPr>
            <a:spLocks xmlns:a="http://schemas.openxmlformats.org/drawingml/2006/main" noGrp="1"/>
          </p:cNvSpPr>
          <p:nvPr>
            <p:ph type="body" idx="1"/>
          </p:nvPr>
        </p:nvSpPr>
        <p:spPr>
          <a:xfrm xmlns:a="http://schemas.openxmlformats.org/drawingml/2006/main">
            <a:off x="467916" y="6629226"/>
            <a:ext cx="5915025" cy="2166937"/>
          </a:xfrm>
        </p:spPr>
        <p:txBody>
          <a:bodyPr xmlns:a="http://schemas.openxmlformats.org/drawingml/2006/main"/>
          <a:lstStyle xmlns:a="http://schemas.openxmlformats.org/drawingml/2006/main">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Mastertextformat bearbeiten</a:t>
            </a:r>
          </a:p>
        </p:txBody>
      </p:sp>
      <p:sp>
        <p:nvSpPr>
          <p:cNvPr id="4" name="Date Placeholder 3">
            <a:extLst xmlns:a="http://schemas.openxmlformats.org/drawingml/2006/main">
              <a:ext uri="{FF2B5EF4-FFF2-40B4-BE49-F238E27FC236}">
                <a16:creationId xmlns:a16="http://schemas.microsoft.com/office/drawing/2014/main" id="{69A303CA-0C64-4CEA-B290-80F7C9FBD5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F8C944D6-814F-4CCE-AA8D-E253F0AA21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921CDE-E56B-4CBC-8384-2F1F4FE7BF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4.xml><?xml version="1.0" encoding="utf-8"?>
<p:sldLayout xmlns:p="http://schemas.openxmlformats.org/presentationml/2006/main" type="twoObj" preserve="1">
  <p:cSld name="Zwei Inhalt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E1C9E9-1364-4BFD-B4AE-D3958C0389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540F3F28-8002-41BB-A29D-0B8527AA93AA}"/>
              </a:ext>
            </a:extLst>
          </p:cNvPr>
          <p:cNvSpPr>
            <a:spLocks xmlns:a="http://schemas.openxmlformats.org/drawingml/2006/main" noGrp="1"/>
          </p:cNvSpPr>
          <p:nvPr>
            <p:ph idx="1"/>
          </p:nvPr>
        </p:nvSpPr>
        <p:spPr>
          <a:xfrm xmlns:a="http://schemas.openxmlformats.org/drawingml/2006/main">
            <a:off x="471488"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Content Placeholder 3">
            <a:extLst xmlns:a="http://schemas.openxmlformats.org/drawingml/2006/main">
              <a:ext uri="{FF2B5EF4-FFF2-40B4-BE49-F238E27FC236}">
                <a16:creationId xmlns:a16="http://schemas.microsoft.com/office/drawing/2014/main" id="{EB890EBF-7563-4D34-B60A-40FAD2A24282}"/>
              </a:ext>
            </a:extLst>
          </p:cNvPr>
          <p:cNvSpPr>
            <a:spLocks xmlns:a="http://schemas.openxmlformats.org/drawingml/2006/main" noGrp="1"/>
          </p:cNvSpPr>
          <p:nvPr>
            <p:ph idx="2"/>
          </p:nvPr>
        </p:nvSpPr>
        <p:spPr>
          <a:xfrm xmlns:a="http://schemas.openxmlformats.org/drawingml/2006/main">
            <a:off x="3471863"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Date Placeholder 4">
            <a:extLst xmlns:a="http://schemas.openxmlformats.org/drawingml/2006/main">
              <a:ext uri="{FF2B5EF4-FFF2-40B4-BE49-F238E27FC236}">
                <a16:creationId xmlns:a16="http://schemas.microsoft.com/office/drawing/2014/main" id="{43816E54-B16C-41B7-981D-648457BE62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216D3570-20A0-47C6-AEE5-9803EC1522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BC53BCB-D809-489A-A7AF-571AFAE2EA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5.xml><?xml version="1.0" encoding="utf-8"?>
<p:sldLayout xmlns:p="http://schemas.openxmlformats.org/presentationml/2006/main" type="twoTxTwoObj" preserve="1">
  <p:cSld name="Vergleich">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EA4D23-5E61-4B03-8B61-6C8A40A4ECC1}"/>
              </a:ext>
            </a:extLst>
          </p:cNvPr>
          <p:cNvSpPr>
            <a:spLocks xmlns:a="http://schemas.openxmlformats.org/drawingml/2006/main" noGrp="1"/>
          </p:cNvSpPr>
          <p:nvPr>
            <p:ph type="title" idx="0"/>
          </p:nvPr>
        </p:nvSpPr>
        <p:spPr>
          <a:xfrm xmlns:a="http://schemas.openxmlformats.org/drawingml/2006/main">
            <a:off x="472381" y="527405"/>
            <a:ext cx="5915025" cy="1914702"/>
          </a:xfrm>
        </p:spPr>
        <p:txBody>
          <a:bodyPr xmlns:a="http://schemas.openxmlformats.org/drawingml/2006/main"/>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053EDDDF-F364-438C-B1F0-9D241D55D78F}"/>
              </a:ext>
            </a:extLst>
          </p:cNvPr>
          <p:cNvSpPr>
            <a:spLocks xmlns:a="http://schemas.openxmlformats.org/drawingml/2006/main" noGrp="1"/>
          </p:cNvSpPr>
          <p:nvPr>
            <p:ph type="body" idx="1"/>
          </p:nvPr>
        </p:nvSpPr>
        <p:spPr>
          <a:xfrm xmlns:a="http://schemas.openxmlformats.org/drawingml/2006/main">
            <a:off x="472381" y="2428347"/>
            <a:ext cx="2901255"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4" name="Content Placeholder 3">
            <a:extLst xmlns:a="http://schemas.openxmlformats.org/drawingml/2006/main">
              <a:ext uri="{FF2B5EF4-FFF2-40B4-BE49-F238E27FC236}">
                <a16:creationId xmlns:a16="http://schemas.microsoft.com/office/drawing/2014/main" id="{D43ADC81-A029-4D09-95B8-C6A236A768D6}"/>
              </a:ext>
            </a:extLst>
          </p:cNvPr>
          <p:cNvSpPr>
            <a:spLocks xmlns:a="http://schemas.openxmlformats.org/drawingml/2006/main" noGrp="1"/>
          </p:cNvSpPr>
          <p:nvPr>
            <p:ph idx="2"/>
          </p:nvPr>
        </p:nvSpPr>
        <p:spPr>
          <a:xfrm xmlns:a="http://schemas.openxmlformats.org/drawingml/2006/main">
            <a:off x="472381" y="3618442"/>
            <a:ext cx="2901255"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Text Placeholder 4">
            <a:extLst xmlns:a="http://schemas.openxmlformats.org/drawingml/2006/main">
              <a:ext uri="{FF2B5EF4-FFF2-40B4-BE49-F238E27FC236}">
                <a16:creationId xmlns:a16="http://schemas.microsoft.com/office/drawing/2014/main" id="{229601AB-212C-4EFF-9077-8A078C176711}"/>
              </a:ext>
            </a:extLst>
          </p:cNvPr>
          <p:cNvSpPr>
            <a:spLocks xmlns:a="http://schemas.openxmlformats.org/drawingml/2006/main" noGrp="1"/>
          </p:cNvSpPr>
          <p:nvPr>
            <p:ph type="body" idx="3"/>
          </p:nvPr>
        </p:nvSpPr>
        <p:spPr>
          <a:xfrm xmlns:a="http://schemas.openxmlformats.org/drawingml/2006/main">
            <a:off x="3471863" y="2428347"/>
            <a:ext cx="2915543"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6" name="Content Placeholder 5">
            <a:extLst xmlns:a="http://schemas.openxmlformats.org/drawingml/2006/main">
              <a:ext uri="{FF2B5EF4-FFF2-40B4-BE49-F238E27FC236}">
                <a16:creationId xmlns:a16="http://schemas.microsoft.com/office/drawing/2014/main" id="{0760F389-ED83-492D-BF04-75F7C78B3450}"/>
              </a:ext>
            </a:extLst>
          </p:cNvPr>
          <p:cNvSpPr>
            <a:spLocks xmlns:a="http://schemas.openxmlformats.org/drawingml/2006/main" noGrp="1"/>
          </p:cNvSpPr>
          <p:nvPr>
            <p:ph idx="4"/>
          </p:nvPr>
        </p:nvSpPr>
        <p:spPr>
          <a:xfrm xmlns:a="http://schemas.openxmlformats.org/drawingml/2006/main">
            <a:off x="3471863" y="3618442"/>
            <a:ext cx="2915543"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7" name="Date Placeholder 6">
            <a:extLst xmlns:a="http://schemas.openxmlformats.org/drawingml/2006/main">
              <a:ext uri="{FF2B5EF4-FFF2-40B4-BE49-F238E27FC236}">
                <a16:creationId xmlns:a16="http://schemas.microsoft.com/office/drawing/2014/main" id="{817F5B75-36BE-48B5-9993-A3393F2AD7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8" name="Footer Placeholder 7">
            <a:extLst xmlns:a="http://schemas.openxmlformats.org/drawingml/2006/main">
              <a:ext uri="{FF2B5EF4-FFF2-40B4-BE49-F238E27FC236}">
                <a16:creationId xmlns:a16="http://schemas.microsoft.com/office/drawing/2014/main" id="{EAD267AF-5238-4272-9085-2842E145D1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3756298-01A5-4EBA-A455-C8452100C0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6.xml><?xml version="1.0" encoding="utf-8"?>
<p:sldLayout xmlns:p="http://schemas.openxmlformats.org/presentationml/2006/main" type="titleOnly" preserve="1">
  <p:cSld name="Nur Tite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B31BCFD-9ECE-4478-9489-872500895E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Date Placeholder 2">
            <a:extLst xmlns:a="http://schemas.openxmlformats.org/drawingml/2006/main">
              <a:ext uri="{FF2B5EF4-FFF2-40B4-BE49-F238E27FC236}">
                <a16:creationId xmlns:a16="http://schemas.microsoft.com/office/drawing/2014/main" id="{CC13D9A7-F6CD-42FD-837C-734030163F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4" name="Footer Placeholder 3">
            <a:extLst xmlns:a="http://schemas.openxmlformats.org/drawingml/2006/main">
              <a:ext uri="{FF2B5EF4-FFF2-40B4-BE49-F238E27FC236}">
                <a16:creationId xmlns:a16="http://schemas.microsoft.com/office/drawing/2014/main" id="{0DE1253C-2343-4CC3-A354-FE7C43DC72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B06DDCD2-4D57-48CB-80DD-95C009A983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7.xml><?xml version="1.0" encoding="utf-8"?>
<p:sldLayout xmlns:p="http://schemas.openxmlformats.org/presentationml/2006/main" type="blank" preserve="1">
  <p:cSld name="Leer">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126C7CAF-C00C-4185-96BF-C670A6C4BB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3" name="Footer Placeholder 2">
            <a:extLst xmlns:a="http://schemas.openxmlformats.org/drawingml/2006/main">
              <a:ext uri="{FF2B5EF4-FFF2-40B4-BE49-F238E27FC236}">
                <a16:creationId xmlns:a16="http://schemas.microsoft.com/office/drawing/2014/main" id="{56E67790-68FF-4F77-8080-64BB708FCF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02D30F4-D3CF-425B-8AF7-76CB4F7B2A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8.xml><?xml version="1.0" encoding="utf-8"?>
<p:sldLayout xmlns:p="http://schemas.openxmlformats.org/presentationml/2006/main" type="objTx" preserve="1">
  <p:cSld name="Inhalt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BD461C-831F-4837-A04A-C85D1833DC32}"/>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7594BB4B-537E-4BBD-A10E-DAB9B0C6230E}"/>
              </a:ext>
            </a:extLst>
          </p:cNvPr>
          <p:cNvSpPr>
            <a:spLocks xmlns:a="http://schemas.openxmlformats.org/drawingml/2006/main" noGrp="1"/>
          </p:cNvSpPr>
          <p:nvPr>
            <p:ph idx="1"/>
          </p:nvPr>
        </p:nvSpPr>
        <p:spPr>
          <a:xfrm xmlns:a="http://schemas.openxmlformats.org/drawingml/2006/main">
            <a:off x="2915543" y="1426283"/>
            <a:ext cx="3471863" cy="7039681"/>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Text Placeholder 3">
            <a:extLst xmlns:a="http://schemas.openxmlformats.org/drawingml/2006/main">
              <a:ext uri="{FF2B5EF4-FFF2-40B4-BE49-F238E27FC236}">
                <a16:creationId xmlns:a16="http://schemas.microsoft.com/office/drawing/2014/main" id="{51B60CFF-342B-405C-BFFE-20DC0E3E3AF4}"/>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D79C086B-7978-4885-8525-A055B06B28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B5688834-D850-4520-92C5-F7905EF71F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71095BF-17B4-4659-91A2-E5B871A3BC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9.xml><?xml version="1.0" encoding="utf-8"?>
<p:sldLayout xmlns:p="http://schemas.openxmlformats.org/presentationml/2006/main" type="picTx" preserve="1">
  <p:cSld name="Bild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082202-5060-4BBC-8AE3-AC3FE7985A96}"/>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Picture Placeholder 2">
            <a:extLst xmlns:a="http://schemas.openxmlformats.org/drawingml/2006/main">
              <a:ext uri="{FF2B5EF4-FFF2-40B4-BE49-F238E27FC236}">
                <a16:creationId xmlns:a16="http://schemas.microsoft.com/office/drawing/2014/main" id="{9931B3AB-7EC2-447E-BB1D-C96B3B686346}"/>
              </a:ext>
            </a:extLst>
          </p:cNvPr>
          <p:cNvSpPr>
            <a:spLocks xmlns:a="http://schemas.openxmlformats.org/drawingml/2006/main" noGrp="1"/>
          </p:cNvSpPr>
          <p:nvPr>
            <p:ph type="pic" idx="1"/>
          </p:nvPr>
        </p:nvSpPr>
        <p:spPr>
          <a:xfrm xmlns:a="http://schemas.openxmlformats.org/drawingml/2006/main">
            <a:off x="2915543" y="1426283"/>
            <a:ext cx="3471863" cy="7039681"/>
          </a:xfrm>
        </p:spPr>
        <p:txBody>
          <a:bodyPr xmlns:a="http://schemas.openxmlformats.org/drawingml/2006/main" anchor="t"/>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Bild durch Klicken auf Symbol hinzufügen</a:t>
            </a:r>
          </a:p>
        </p:txBody>
      </p:sp>
      <p:sp>
        <p:nvSpPr>
          <p:cNvPr id="4" name="Text Placeholder 3">
            <a:extLst xmlns:a="http://schemas.openxmlformats.org/drawingml/2006/main">
              <a:ext uri="{FF2B5EF4-FFF2-40B4-BE49-F238E27FC236}">
                <a16:creationId xmlns:a16="http://schemas.microsoft.com/office/drawing/2014/main" id="{02523C3E-3205-4D0D-AF03-DE94CA3B3F7A}"/>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37360B08-15A5-4324-9A03-3F11160E32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6D57F338-5956-4782-BAC2-3C46C2C255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68389AB-18ED-4A63-BDDE-6DFDDEBB8D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0.xml><?xml version="1.0" encoding="utf-8"?>
<p:sldLayout xmlns:p="http://schemas.openxmlformats.org/presentationml/2006/main" type="vertTx" preserve="1">
  <p:cSld name="Titel und vertikaler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C1AF560-8733-4977-8AFD-EC4812B8A9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2A449937-1CE2-4ABA-BD77-8A847968E4E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84D6E59A-834C-4D3F-8930-4CF57CF32F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11027BB2-9272-46F0-BC1C-4A99590E0E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4A8DF7A-B923-48FB-A7DC-E8BCDE219A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1.xml><?xml version="1.0" encoding="utf-8"?>
<p:sldLayout xmlns:p="http://schemas.openxmlformats.org/presentationml/2006/main" type="vertTitleAndTx" preserve="1">
  <p:cSld name="Vertikaler Titel u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C380449-DC88-40D9-8CD4-5D0265134368}"/>
              </a:ext>
            </a:extLst>
          </p:cNvPr>
          <p:cNvSpPr>
            <a:spLocks xmlns:a="http://schemas.openxmlformats.org/drawingml/2006/main" noGrp="1"/>
          </p:cNvSpPr>
          <p:nvPr>
            <p:ph type="title" idx="0"/>
          </p:nvPr>
        </p:nvSpPr>
        <p:spPr>
          <a:xfrm xmlns:a="http://schemas.openxmlformats.org/drawingml/2006/main">
            <a:off x="4907757" y="527403"/>
            <a:ext cx="1478756" cy="8394877"/>
          </a:xfrm>
        </p:spPr>
        <p:txBody>
          <a:bodyPr xmlns:a="http://schemas.openxmlformats.org/drawingml/2006/main" vert="eaVert"/>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17F59FFF-47A1-4111-AE2D-5F1D97676433}"/>
              </a:ext>
            </a:extLst>
          </p:cNvPr>
          <p:cNvSpPr>
            <a:spLocks xmlns:a="http://schemas.openxmlformats.org/drawingml/2006/main" noGrp="1"/>
          </p:cNvSpPr>
          <p:nvPr>
            <p:ph type="body" idx="1"/>
          </p:nvPr>
        </p:nvSpPr>
        <p:spPr>
          <a:xfrm xmlns:a="http://schemas.openxmlformats.org/drawingml/2006/main">
            <a:off x="471488" y="527403"/>
            <a:ext cx="4350544" cy="8394877"/>
          </a:xfrm>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D8B2F640-A36E-49D9-9544-FF10221E7D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026B9573-E2B5-445E-84DB-539DC64588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25189ED-5251-49C1-A58D-F2A55CF076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bf97c4036d4334" /><Relationship Type="http://schemas.openxmlformats.org/officeDocument/2006/relationships/slideLayout" Target="/ppt/slideLayouts/slideLayout1.xml" Id="R22e1364b8aee4d0b" /><Relationship Type="http://schemas.openxmlformats.org/officeDocument/2006/relationships/slideLayout" Target="/ppt/slideLayouts/slideLayout2.xml" Id="R5b8037f7129d4572" /><Relationship Type="http://schemas.openxmlformats.org/officeDocument/2006/relationships/slideLayout" Target="/ppt/slideLayouts/slideLayout3.xml" Id="R5e210b41309e435a" /><Relationship Type="http://schemas.openxmlformats.org/officeDocument/2006/relationships/slideLayout" Target="/ppt/slideLayouts/slideLayout4.xml" Id="R4ee4991743574453" /><Relationship Type="http://schemas.openxmlformats.org/officeDocument/2006/relationships/slideLayout" Target="/ppt/slideLayouts/slideLayout5.xml" Id="R0107f97b106447a7" /><Relationship Type="http://schemas.openxmlformats.org/officeDocument/2006/relationships/slideLayout" Target="/ppt/slideLayouts/slideLayout6.xml" Id="R185c1b46205e4e63" /><Relationship Type="http://schemas.openxmlformats.org/officeDocument/2006/relationships/slideLayout" Target="/ppt/slideLayouts/slideLayout7.xml" Id="Rf9f07ede79214ce5" /><Relationship Type="http://schemas.openxmlformats.org/officeDocument/2006/relationships/slideLayout" Target="/ppt/slideLayouts/slideLayout8.xml" Id="Rdb2248d40ee54084" /><Relationship Type="http://schemas.openxmlformats.org/officeDocument/2006/relationships/slideLayout" Target="/ppt/slideLayouts/slideLayout9.xml" Id="R64090b8b19d647c2" /><Relationship Type="http://schemas.openxmlformats.org/officeDocument/2006/relationships/slideLayout" Target="/ppt/slideLayouts/slideLayout10.xml" Id="R4b34d36a671847cc" /><Relationship Type="http://schemas.openxmlformats.org/officeDocument/2006/relationships/slideLayout" Target="/ppt/slideLayouts/slideLayout11.xml" Id="R331f2c59704c4bd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D17A396-C500-457C-93CE-841F2D86EA02}"/>
              </a:ext>
            </a:extLst>
          </p:cNvPr>
          <p:cNvSpPr>
            <a:spLocks xmlns:a="http://schemas.openxmlformats.org/drawingml/2006/main" noGrp="1"/>
          </p:cNvSpPr>
          <p:nvPr>
            <p:ph type="title" idx="0"/>
          </p:nvPr>
        </p:nvSpPr>
        <p:spPr>
          <a:xfrm xmlns:a="http://schemas.openxmlformats.org/drawingml/2006/main">
            <a:off x="471488" y="527405"/>
            <a:ext cx="5915025" cy="191470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8B0079A2-58D9-4E77-BB3C-75A7874D4758}"/>
              </a:ext>
            </a:extLst>
          </p:cNvPr>
          <p:cNvSpPr>
            <a:spLocks xmlns:a="http://schemas.openxmlformats.org/drawingml/2006/main" noGrp="1"/>
          </p:cNvSpPr>
          <p:nvPr>
            <p:ph type="body" idx="1"/>
          </p:nvPr>
        </p:nvSpPr>
        <p:spPr>
          <a:xfrm xmlns:a="http://schemas.openxmlformats.org/drawingml/2006/main">
            <a:off x="471488" y="2637014"/>
            <a:ext cx="5915025" cy="628526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3B041B5E-71DC-405E-8569-97FE540EBC47}"/>
              </a:ext>
            </a:extLst>
          </p:cNvPr>
          <p:cNvSpPr>
            <a:spLocks xmlns:a="http://schemas.openxmlformats.org/drawingml/2006/main" noGrp="1"/>
          </p:cNvSpPr>
          <p:nvPr>
            <p:ph type="dt" idx="2"/>
          </p:nvPr>
        </p:nvSpPr>
        <p:spPr>
          <a:xfrm xmlns:a="http://schemas.openxmlformats.org/drawingml/2006/main">
            <a:off x="471488"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F0624F14-7A79-4DD9-A267-DB74C00C46C2}"/>
              </a:ext>
            </a:extLst>
          </p:cNvPr>
          <p:cNvSpPr>
            <a:spLocks xmlns:a="http://schemas.openxmlformats.org/drawingml/2006/main" noGrp="1"/>
          </p:cNvSpPr>
          <p:nvPr>
            <p:ph type="ftr" idx="3"/>
          </p:nvPr>
        </p:nvSpPr>
        <p:spPr>
          <a:xfrm xmlns:a="http://schemas.openxmlformats.org/drawingml/2006/main">
            <a:off x="2271713" y="9181397"/>
            <a:ext cx="2314575"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876A3D5-C3F4-4B64-90E0-2FCA397A707B}"/>
              </a:ext>
            </a:extLst>
          </p:cNvPr>
          <p:cNvSpPr>
            <a:spLocks xmlns:a="http://schemas.openxmlformats.org/drawingml/2006/main" noGrp="1"/>
          </p:cNvSpPr>
          <p:nvPr>
            <p:ph type="sldNum" idx="4"/>
          </p:nvPr>
        </p:nvSpPr>
        <p:spPr>
          <a:xfrm xmlns:a="http://schemas.openxmlformats.org/drawingml/2006/main">
            <a:off x="4843463"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9A5175ED-A264-4BA1-93AD-224520E57639}" type="slidenum">
              <a:t>‹Nr.›</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e1364b8aee4d0b"/>
    <p:sldLayoutId xmlns:r="http://schemas.openxmlformats.org/officeDocument/2006/relationships" id="2147483650" r:id="R5b8037f7129d4572"/>
    <p:sldLayoutId xmlns:r="http://schemas.openxmlformats.org/officeDocument/2006/relationships" id="2147483651" r:id="R5e210b41309e435a"/>
    <p:sldLayoutId xmlns:r="http://schemas.openxmlformats.org/officeDocument/2006/relationships" id="2147483652" r:id="R4ee4991743574453"/>
    <p:sldLayoutId xmlns:r="http://schemas.openxmlformats.org/officeDocument/2006/relationships" id="2147483653" r:id="R0107f97b106447a7"/>
    <p:sldLayoutId xmlns:r="http://schemas.openxmlformats.org/officeDocument/2006/relationships" id="2147483654" r:id="R185c1b46205e4e63"/>
    <p:sldLayoutId xmlns:r="http://schemas.openxmlformats.org/officeDocument/2006/relationships" id="2147483655" r:id="Rf9f07ede79214ce5"/>
    <p:sldLayoutId xmlns:r="http://schemas.openxmlformats.org/officeDocument/2006/relationships" id="2147483656" r:id="Rdb2248d40ee54084"/>
    <p:sldLayoutId xmlns:r="http://schemas.openxmlformats.org/officeDocument/2006/relationships" id="2147483657" r:id="R64090b8b19d647c2"/>
    <p:sldLayoutId xmlns:r="http://schemas.openxmlformats.org/officeDocument/2006/relationships" id="2147483658" r:id="R4b34d36a671847cc"/>
    <p:sldLayoutId xmlns:r="http://schemas.openxmlformats.org/officeDocument/2006/relationships" id="2147483659" r:id="R331f2c59704c4bdb"/>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e621ec53224532" /><Relationship Type="http://schemas.openxmlformats.org/officeDocument/2006/relationships/image" Target="/ppt/media/image.png" Id="R1c67f323d20b4c32" /><Relationship Type="http://schemas.openxmlformats.org/officeDocument/2006/relationships/image" Target="/ppt/media/image.svg" Id="Ra6badda0c19245ae" /><Relationship Type="http://schemas.openxmlformats.org/officeDocument/2006/relationships/image" Target="/ppt/media/image2.png" Id="Rbe3eb0ce1b874a7d" /><Relationship Type="http://schemas.openxmlformats.org/officeDocument/2006/relationships/image" Target="/ppt/media/image2.svg" Id="R0bf5e4e607b243f3" /><Relationship Type="http://schemas.openxmlformats.org/officeDocument/2006/relationships/image" Target="/ppt/media/image3.png" Id="R02db3ae002d04c17" /><Relationship Type="http://schemas.openxmlformats.org/officeDocument/2006/relationships/image" Target="/ppt/media/image4.png" Id="Rcc15762e3b5942a0" /><Relationship Type="http://schemas.openxmlformats.org/officeDocument/2006/relationships/image" Target="/ppt/media/image5.png" Id="R20d65984267549e1" /><Relationship Type="http://schemas.openxmlformats.org/officeDocument/2006/relationships/image" Target="/ppt/media/image6.png" Id="Re40c5dba4b9f4e90" /><Relationship Type="http://schemas.openxmlformats.org/officeDocument/2006/relationships/image" Target="/ppt/media/image7.png" Id="R627beaf8059b4004" /><Relationship Type="http://schemas.openxmlformats.org/officeDocument/2006/relationships/image" Target="/ppt/media/image8.png" Id="R54a083a01f774246" /><Relationship Type="http://schemas.openxmlformats.org/officeDocument/2006/relationships/image" Target="/ppt/media/image9.png" Id="R5b4f3939b7fd4e71" /><Relationship Type="http://schemas.openxmlformats.org/officeDocument/2006/relationships/image" Target="/ppt/media/image10.png" Id="R3592913057244845" /><Relationship Type="http://schemas.openxmlformats.org/officeDocument/2006/relationships/image" Target="/ppt/media/image11.png" Id="R11e07d40299b4d52" /><Relationship Type="http://schemas.openxmlformats.org/officeDocument/2006/relationships/image" Target="/ppt/media/image12.png" Id="R4465d92776a84f85" /><Relationship Type="http://schemas.openxmlformats.org/officeDocument/2006/relationships/image" Target="/ppt/media/image13.png" Id="R05b6a6f5784b4e5a" /><Relationship Type="http://schemas.openxmlformats.org/officeDocument/2006/relationships/image" Target="/ppt/media/image14.png" Id="Rcbd14568d367453a" /><Relationship Type="http://schemas.openxmlformats.org/officeDocument/2006/relationships/image" Target="/ppt/media/image15.png" Id="Rb280bf62cde042d3" /><Relationship Type="http://schemas.openxmlformats.org/officeDocument/2006/relationships/image" Target="/ppt/media/image16.png" Id="Rc12b26cb9d1548dc" /><Relationship Type="http://schemas.openxmlformats.org/officeDocument/2006/relationships/image" Target="/ppt/media/image17.png" Id="R1d740216f329490f" /><Relationship Type="http://schemas.openxmlformats.org/officeDocument/2006/relationships/notesSlide" Target="/ppt/notesSlides/notesSlide1.xml" Id="Ra4263ac124e546d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Rechteck">
            <a:extLst xmlns:a="http://schemas.openxmlformats.org/drawingml/2006/main">
              <a:ext uri="{FF2B5EF4-FFF2-40B4-BE49-F238E27FC236}">
                <a16:creationId xmlns:a16="http://schemas.microsoft.com/office/drawing/2014/main" id="{21AA5DBD-B2C7-405C-8A3E-D9133923CDA8}"/>
              </a:ext>
            </a:extLst>
          </p:cNvPr>
          <p:cNvSpPr>
            <a:spLocks xmlns:a="http://schemas.openxmlformats.org/drawingml/2006/main" noGrp="1"/>
          </p:cNvSpPr>
          <p:nvPr/>
        </p:nvSpPr>
        <p:spPr>
          <a:xfrm xmlns:a="http://schemas.openxmlformats.org/drawingml/2006/main">
            <a:off x="0" y="0"/>
            <a:ext cx="2424684" cy="9906000"/>
          </a:xfrm>
          <a:prstGeom xmlns:a="http://schemas.openxmlformats.org/drawingml/2006/main" prst="rect">
            <a:avLst/>
          </a:prstGeom>
          <a:solidFill xmlns:a="http://schemas.openxmlformats.org/drawingml/2006/main">
            <a:srgbClr val="3399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xmlns:a="http://schemas.openxmlformats.org/drawingml/2006/main">
              <a:ext uri="{FF2B5EF4-FFF2-40B4-BE49-F238E27FC236}">
                <a16:creationId xmlns:a16="http://schemas.microsoft.com/office/drawing/2014/main" id="{6BD9946B-7A65-4B0F-A0FB-E8CC35677CB9}"/>
              </a:ext>
            </a:extLst>
          </p:cNvPr>
          <p:cNvSpPr>
            <a:spLocks xmlns:a="http://schemas.openxmlformats.org/drawingml/2006/main" noGrp="1"/>
          </p:cNvSpPr>
          <p:nvPr/>
        </p:nvSpPr>
        <p:spPr>
          <a:xfrm xmlns:a="http://schemas.openxmlformats.org/drawingml/2006/main">
            <a:off x="565499" y="70199"/>
            <a:ext cx="1340072" cy="1340072"/>
          </a:xfrm>
          <a:prstGeom xmlns:a="http://schemas.openxmlformats.org/drawingml/2006/main" prst="ellipse">
            <a:avLst/>
          </a:prstGeom>
          <a:noFill xmlns:a="http://schemas.openxmlformats.org/drawingml/2006/main"/>
          <a:ln xmlns:a="http://schemas.openxmlformats.org/drawingml/2006/main" w="5715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9" name="Grafik 6">
            <a:extLst xmlns:a="http://schemas.openxmlformats.org/drawingml/2006/main">
              <a:ext uri="{FF2B5EF4-FFF2-40B4-BE49-F238E27FC236}">
                <a16:creationId xmlns:a16="http://schemas.microsoft.com/office/drawing/2014/main" id="{EC3BEBAC-F5C8-4292-8FC5-0C55F2FC2C02}"/>
              </a:ext>
            </a:extLst>
          </p:cNvPr>
          <p:cNvPicPr>
            <a:picLocks xmlns:a="http://schemas.openxmlformats.org/drawingml/2006/main" noChangeAspect="1"/>
          </p:cNvPicPr>
          <p:nvPr/>
        </p:nvPicPr>
        <p:blipFill>
          <a:blip xmlns:r="http://schemas.openxmlformats.org/officeDocument/2006/relationships" xmlns:a="http://schemas.openxmlformats.org/drawingml/2006/main" r:embed="R1c67f323d20b4c32">
            <a:extLst>
              <a:ext uri="{96DAC541-7B7A-43D3-8B79-37D633B846F1}">
                <asvg:svgBlip xmlns:asvg="http://schemas.microsoft.com/office/drawing/2016/SVG/main" r:embed="Ra6badda0c19245ae"/>
              </a:ext>
            </a:extLst>
          </a:blip>
          <a:stretch xmlns:a="http://schemas.openxmlformats.org/drawingml/2006/main">
            <a:fillRect l="0" t="0" r="0" b="0"/>
          </a:stretch>
        </p:blipFill>
        <p:spPr>
          <a:xfrm xmlns:a="http://schemas.openxmlformats.org/drawingml/2006/main">
            <a:off x="1137266" y="485943"/>
            <a:ext cx="701888" cy="701888"/>
          </a:xfrm>
          <a:prstGeom xmlns:a="http://schemas.openxmlformats.org/drawingml/2006/main" prst="rect">
            <a:avLst/>
          </a:prstGeom>
        </p:spPr>
      </p:pic>
      <p:pic>
        <p:nvPicPr>
          <p:cNvPr id="200" name="Grafik 8">
            <a:extLst xmlns:a="http://schemas.openxmlformats.org/drawingml/2006/main">
              <a:ext uri="{FF2B5EF4-FFF2-40B4-BE49-F238E27FC236}">
                <a16:creationId xmlns:a16="http://schemas.microsoft.com/office/drawing/2014/main" id="{C19DEED5-8121-4FB2-81D6-82F80913EDB3}"/>
              </a:ext>
            </a:extLst>
          </p:cNvPr>
          <p:cNvPicPr>
            <a:picLocks xmlns:a="http://schemas.openxmlformats.org/drawingml/2006/main" noChangeAspect="1"/>
          </p:cNvPicPr>
          <p:nvPr/>
        </p:nvPicPr>
        <p:blipFill>
          <a:blip xmlns:r="http://schemas.openxmlformats.org/officeDocument/2006/relationships" xmlns:a="http://schemas.openxmlformats.org/drawingml/2006/main" r:embed="Rbe3eb0ce1b874a7d">
            <a:extLst>
              <a:ext uri="{96DAC541-7B7A-43D3-8B79-37D633B846F1}">
                <asvg:svgBlip xmlns:asvg="http://schemas.microsoft.com/office/drawing/2016/SVG/main" r:embed="R0bf5e4e607b243f3"/>
              </a:ext>
            </a:extLst>
          </a:blip>
          <a:stretch xmlns:a="http://schemas.openxmlformats.org/drawingml/2006/main">
            <a:fillRect l="0" t="0" r="0" b="0"/>
          </a:stretch>
        </p:blipFill>
        <p:spPr>
          <a:xfrm xmlns:a="http://schemas.openxmlformats.org/drawingml/2006/main">
            <a:off x="592464" y="485944"/>
            <a:ext cx="701888" cy="701888"/>
          </a:xfrm>
          <a:prstGeom xmlns:a="http://schemas.openxmlformats.org/drawingml/2006/main" prst="rect">
            <a:avLst/>
          </a:prstGeom>
        </p:spPr>
      </p:pic>
      <p:pic>
        <p:nvPicPr>
          <p:cNvPr id="201" name="Grafik 10">
            <a:extLst xmlns:a="http://schemas.openxmlformats.org/drawingml/2006/main">
              <a:ext uri="{FF2B5EF4-FFF2-40B4-BE49-F238E27FC236}">
                <a16:creationId xmlns:a16="http://schemas.microsoft.com/office/drawing/2014/main" id="{8632E3F8-BEB1-44A2-B813-EDB0E579EB2B}"/>
              </a:ext>
            </a:extLst>
          </p:cNvPr>
          <p:cNvPicPr>
            <a:picLocks xmlns:a="http://schemas.openxmlformats.org/drawingml/2006/main" noChangeAspect="1"/>
          </p:cNvPicPr>
          <p:nvPr/>
        </p:nvPicPr>
        <p:blipFill>
          <a:blip xmlns:r="http://schemas.openxmlformats.org/officeDocument/2006/relationships" xmlns:a="http://schemas.openxmlformats.org/drawingml/2006/main" r:embed="R02db3ae002d04c17"/>
          <a:stretch xmlns:a="http://schemas.openxmlformats.org/drawingml/2006/main">
            <a:fillRect l="0" t="0" r="0" b="0"/>
          </a:stretch>
        </p:blipFill>
        <p:spPr>
          <a:xfrm xmlns:a="http://schemas.openxmlformats.org/drawingml/2006/main">
            <a:off x="618534" y="2655702"/>
            <a:ext cx="336384" cy="336384"/>
          </a:xfrm>
          <a:prstGeom xmlns:a="http://schemas.openxmlformats.org/drawingml/2006/main" prst="rect">
            <a:avLst/>
          </a:prstGeom>
        </p:spPr>
      </p:pic>
      <p:pic>
        <p:nvPicPr>
          <p:cNvPr id="202" name="Grafik 14">
            <a:extLst xmlns:a="http://schemas.openxmlformats.org/drawingml/2006/main">
              <a:ext uri="{FF2B5EF4-FFF2-40B4-BE49-F238E27FC236}">
                <a16:creationId xmlns:a16="http://schemas.microsoft.com/office/drawing/2014/main" id="{E851E0F5-CB45-4F76-BBAD-14F48A3E041C}"/>
              </a:ext>
            </a:extLst>
          </p:cNvPr>
          <p:cNvPicPr>
            <a:picLocks xmlns:a="http://schemas.openxmlformats.org/drawingml/2006/main" noChangeAspect="1"/>
          </p:cNvPicPr>
          <p:nvPr/>
        </p:nvPicPr>
        <p:blipFill>
          <a:blip xmlns:r="http://schemas.openxmlformats.org/officeDocument/2006/relationships" xmlns:a="http://schemas.openxmlformats.org/drawingml/2006/main" r:embed="Rcc15762e3b5942a0"/>
          <a:stretch xmlns:a="http://schemas.openxmlformats.org/drawingml/2006/main">
            <a:fillRect l="0" t="0" r="0" b="0"/>
          </a:stretch>
        </p:blipFill>
        <p:spPr>
          <a:xfrm xmlns:a="http://schemas.openxmlformats.org/drawingml/2006/main">
            <a:off x="143424" y="2645534"/>
            <a:ext cx="336384" cy="336384"/>
          </a:xfrm>
          <a:prstGeom xmlns:a="http://schemas.openxmlformats.org/drawingml/2006/main" prst="rect">
            <a:avLst/>
          </a:prstGeom>
        </p:spPr>
      </p:pic>
      <p:pic>
        <p:nvPicPr>
          <p:cNvPr id="203" name="Grafik 16">
            <a:extLst xmlns:a="http://schemas.openxmlformats.org/drawingml/2006/main">
              <a:ext uri="{FF2B5EF4-FFF2-40B4-BE49-F238E27FC236}">
                <a16:creationId xmlns:a16="http://schemas.microsoft.com/office/drawing/2014/main" id="{13882304-0B1A-45A5-9CC6-69905A957CEB}"/>
              </a:ext>
            </a:extLst>
          </p:cNvPr>
          <p:cNvPicPr>
            <a:picLocks xmlns:a="http://schemas.openxmlformats.org/drawingml/2006/main" noChangeAspect="1"/>
          </p:cNvPicPr>
          <p:nvPr/>
        </p:nvPicPr>
        <p:blipFill>
          <a:blip xmlns:r="http://schemas.openxmlformats.org/officeDocument/2006/relationships" xmlns:a="http://schemas.openxmlformats.org/drawingml/2006/main" r:embed="R20d65984267549e1"/>
          <a:stretch xmlns:a="http://schemas.openxmlformats.org/drawingml/2006/main">
            <a:fillRect l="0" t="0" r="0" b="0"/>
          </a:stretch>
        </p:blipFill>
        <p:spPr>
          <a:xfrm xmlns:a="http://schemas.openxmlformats.org/drawingml/2006/main">
            <a:off x="214066" y="8627364"/>
            <a:ext cx="265742" cy="265742"/>
          </a:xfrm>
          <a:prstGeom xmlns:a="http://schemas.openxmlformats.org/drawingml/2006/main" prst="rect">
            <a:avLst/>
          </a:prstGeom>
        </p:spPr>
      </p:pic>
      <p:pic>
        <p:nvPicPr>
          <p:cNvPr id="204" name="Grafik 18">
            <a:extLst xmlns:a="http://schemas.openxmlformats.org/drawingml/2006/main">
              <a:ext uri="{FF2B5EF4-FFF2-40B4-BE49-F238E27FC236}">
                <a16:creationId xmlns:a16="http://schemas.microsoft.com/office/drawing/2014/main" id="{C9C02CF6-5E51-471A-BA5D-D931ACF518FA}"/>
              </a:ext>
            </a:extLst>
          </p:cNvPr>
          <p:cNvPicPr>
            <a:picLocks xmlns:a="http://schemas.openxmlformats.org/drawingml/2006/main" noChangeAspect="1"/>
          </p:cNvPicPr>
          <p:nvPr/>
        </p:nvPicPr>
        <p:blipFill>
          <a:blip xmlns:r="http://schemas.openxmlformats.org/officeDocument/2006/relationships" xmlns:a="http://schemas.openxmlformats.org/drawingml/2006/main" r:embed="Re40c5dba4b9f4e90"/>
          <a:stretch xmlns:a="http://schemas.openxmlformats.org/drawingml/2006/main">
            <a:fillRect l="0" t="0" r="0" b="0"/>
          </a:stretch>
        </p:blipFill>
        <p:spPr>
          <a:xfrm xmlns:a="http://schemas.openxmlformats.org/drawingml/2006/main">
            <a:off x="587532" y="8627364"/>
            <a:ext cx="265742" cy="265742"/>
          </a:xfrm>
          <a:prstGeom xmlns:a="http://schemas.openxmlformats.org/drawingml/2006/main" prst="rect">
            <a:avLst/>
          </a:prstGeom>
        </p:spPr>
      </p:pic>
      <p:pic>
        <p:nvPicPr>
          <p:cNvPr id="205" name="Grafik 20">
            <a:extLst xmlns:a="http://schemas.openxmlformats.org/drawingml/2006/main">
              <a:ext uri="{FF2B5EF4-FFF2-40B4-BE49-F238E27FC236}">
                <a16:creationId xmlns:a16="http://schemas.microsoft.com/office/drawing/2014/main" id="{01AC2E9F-C9E4-4DE1-B6FD-3398ACCEF10B}"/>
              </a:ext>
            </a:extLst>
          </p:cNvPr>
          <p:cNvPicPr>
            <a:picLocks xmlns:a="http://schemas.openxmlformats.org/drawingml/2006/main" noChangeAspect="1"/>
          </p:cNvPicPr>
          <p:nvPr/>
        </p:nvPicPr>
        <p:blipFill>
          <a:blip xmlns:r="http://schemas.openxmlformats.org/officeDocument/2006/relationships" xmlns:a="http://schemas.openxmlformats.org/drawingml/2006/main" r:embed="R627beaf8059b4004"/>
          <a:stretch xmlns:a="http://schemas.openxmlformats.org/drawingml/2006/main">
            <a:fillRect l="0" t="0" r="0" b="0"/>
          </a:stretch>
        </p:blipFill>
        <p:spPr>
          <a:xfrm xmlns:a="http://schemas.openxmlformats.org/drawingml/2006/main">
            <a:off x="989085" y="8607554"/>
            <a:ext cx="265742" cy="265742"/>
          </a:xfrm>
          <a:prstGeom xmlns:a="http://schemas.openxmlformats.org/drawingml/2006/main" prst="rect">
            <a:avLst/>
          </a:prstGeom>
        </p:spPr>
      </p:pic>
      <p:pic>
        <p:nvPicPr>
          <p:cNvPr id="206" name="Grafik 22">
            <a:extLst xmlns:a="http://schemas.openxmlformats.org/drawingml/2006/main">
              <a:ext uri="{FF2B5EF4-FFF2-40B4-BE49-F238E27FC236}">
                <a16:creationId xmlns:a16="http://schemas.microsoft.com/office/drawing/2014/main" id="{70CD36E4-F0E8-46DE-A48F-B82D49576108}"/>
              </a:ext>
            </a:extLst>
          </p:cNvPr>
          <p:cNvPicPr>
            <a:picLocks xmlns:a="http://schemas.openxmlformats.org/drawingml/2006/main" noChangeAspect="1"/>
          </p:cNvPicPr>
          <p:nvPr/>
        </p:nvPicPr>
        <p:blipFill>
          <a:blip xmlns:r="http://schemas.openxmlformats.org/officeDocument/2006/relationships" xmlns:a="http://schemas.openxmlformats.org/drawingml/2006/main" r:embed="R54a083a01f774246"/>
          <a:stretch xmlns:a="http://schemas.openxmlformats.org/drawingml/2006/main">
            <a:fillRect l="0" t="0" r="0" b="0"/>
          </a:stretch>
        </p:blipFill>
        <p:spPr>
          <a:xfrm xmlns:a="http://schemas.openxmlformats.org/drawingml/2006/main">
            <a:off x="192676" y="9197885"/>
            <a:ext cx="265742" cy="265742"/>
          </a:xfrm>
          <a:prstGeom xmlns:a="http://schemas.openxmlformats.org/drawingml/2006/main" prst="rect">
            <a:avLst/>
          </a:prstGeom>
        </p:spPr>
      </p:pic>
      <p:pic>
        <p:nvPicPr>
          <p:cNvPr id="207" name="Grafik 24">
            <a:extLst xmlns:a="http://schemas.openxmlformats.org/drawingml/2006/main">
              <a:ext uri="{FF2B5EF4-FFF2-40B4-BE49-F238E27FC236}">
                <a16:creationId xmlns:a16="http://schemas.microsoft.com/office/drawing/2014/main" id="{98C8FD1A-7C55-4CAA-B4C5-5E0E4C41313D}"/>
              </a:ext>
            </a:extLst>
          </p:cNvPr>
          <p:cNvPicPr>
            <a:picLocks xmlns:a="http://schemas.openxmlformats.org/drawingml/2006/main" noChangeAspect="1"/>
          </p:cNvPicPr>
          <p:nvPr/>
        </p:nvPicPr>
        <p:blipFill>
          <a:blip xmlns:r="http://schemas.openxmlformats.org/officeDocument/2006/relationships" xmlns:a="http://schemas.openxmlformats.org/drawingml/2006/main" r:embed="R5b4f3939b7fd4e71"/>
          <a:stretch xmlns:a="http://schemas.openxmlformats.org/drawingml/2006/main">
            <a:fillRect l="0" t="0" r="0" b="0"/>
          </a:stretch>
        </p:blipFill>
        <p:spPr>
          <a:xfrm xmlns:a="http://schemas.openxmlformats.org/drawingml/2006/main">
            <a:off x="557675" y="9209255"/>
            <a:ext cx="265742" cy="265742"/>
          </a:xfrm>
          <a:prstGeom xmlns:a="http://schemas.openxmlformats.org/drawingml/2006/main" prst="rect">
            <a:avLst/>
          </a:prstGeom>
        </p:spPr>
      </p:pic>
      <p:sp>
        <p:nvSpPr>
          <p:cNvPr id="28" name="Rechteck">
            <a:extLst xmlns:a="http://schemas.openxmlformats.org/drawingml/2006/main">
              <a:ext uri="{FF2B5EF4-FFF2-40B4-BE49-F238E27FC236}">
                <a16:creationId xmlns:a16="http://schemas.microsoft.com/office/drawing/2014/main" id="{4750C0A6-490D-4A49-8A18-E73489E56FE9}"/>
              </a:ext>
            </a:extLst>
          </p:cNvPr>
          <p:cNvSpPr>
            <a:spLocks xmlns:a="http://schemas.openxmlformats.org/drawingml/2006/main" noGrp="1"/>
          </p:cNvSpPr>
          <p:nvPr/>
        </p:nvSpPr>
        <p:spPr>
          <a:xfrm xmlns:a="http://schemas.openxmlformats.org/drawingml/2006/main">
            <a:off x="2418207" y="0"/>
            <a:ext cx="147638" cy="966311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sp>
        <p:nvSpPr>
          <p:cNvPr id="30" name="Rechtwinkliges Dreieck 29">
            <a:extLst xmlns:a="http://schemas.openxmlformats.org/drawingml/2006/main">
              <a:ext uri="{FF2B5EF4-FFF2-40B4-BE49-F238E27FC236}">
                <a16:creationId xmlns:a16="http://schemas.microsoft.com/office/drawing/2014/main" id="{F58D6FA0-8034-4CC5-8929-30729B0E12D2}"/>
              </a:ext>
            </a:extLst>
          </p:cNvPr>
          <p:cNvSpPr>
            <a:spLocks xmlns:a="http://schemas.openxmlformats.org/drawingml/2006/main" noGrp="1"/>
          </p:cNvSpPr>
          <p:nvPr/>
        </p:nvSpPr>
        <p:spPr>
          <a:xfrm xmlns:a="http://schemas.openxmlformats.org/drawingml/2006/main" rot="5400000">
            <a:off x="2372011" y="9709309"/>
            <a:ext cx="239935" cy="147638"/>
          </a:xfrm>
          <a:prstGeom xmlns:a="http://schemas.openxmlformats.org/drawingml/2006/main" prst="rtTriangle">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pic>
        <p:nvPicPr>
          <p:cNvPr id="210" name="Grafik 38">
            <a:extLst xmlns:a="http://schemas.openxmlformats.org/drawingml/2006/main">
              <a:ext uri="{FF2B5EF4-FFF2-40B4-BE49-F238E27FC236}">
                <a16:creationId xmlns:a16="http://schemas.microsoft.com/office/drawing/2014/main" id="{48B38B5A-2D99-48A2-8F12-66DA5F8B8A8B}"/>
              </a:ext>
            </a:extLst>
          </p:cNvPr>
          <p:cNvPicPr>
            <a:picLocks xmlns:a="http://schemas.openxmlformats.org/drawingml/2006/main" noChangeAspect="1"/>
          </p:cNvPicPr>
          <p:nvPr/>
        </p:nvPicPr>
        <p:blipFill>
          <a:blip xmlns:r="http://schemas.openxmlformats.org/officeDocument/2006/relationships" xmlns:a="http://schemas.openxmlformats.org/drawingml/2006/main" r:embed="R3592913057244845"/>
          <a:stretch xmlns:a="http://schemas.openxmlformats.org/drawingml/2006/main">
            <a:fillRect l="0" t="0" r="0" b="0"/>
          </a:stretch>
        </p:blipFill>
        <p:spPr>
          <a:xfrm xmlns:a="http://schemas.openxmlformats.org/drawingml/2006/main">
            <a:off x="1426017" y="8616954"/>
            <a:ext cx="265742" cy="265742"/>
          </a:xfrm>
          <a:prstGeom xmlns:a="http://schemas.openxmlformats.org/drawingml/2006/main" prst="rect">
            <a:avLst/>
          </a:prstGeom>
        </p:spPr>
      </p:pic>
      <p:pic>
        <p:nvPicPr>
          <p:cNvPr id="211" name="Grafik 40">
            <a:extLst xmlns:a="http://schemas.openxmlformats.org/drawingml/2006/main">
              <a:ext uri="{FF2B5EF4-FFF2-40B4-BE49-F238E27FC236}">
                <a16:creationId xmlns:a16="http://schemas.microsoft.com/office/drawing/2014/main" id="{CA64BE1F-363E-457D-89AE-D63767567F30}"/>
              </a:ext>
            </a:extLst>
          </p:cNvPr>
          <p:cNvPicPr>
            <a:picLocks xmlns:a="http://schemas.openxmlformats.org/drawingml/2006/main" noChangeAspect="1"/>
          </p:cNvPicPr>
          <p:nvPr/>
        </p:nvPicPr>
        <p:blipFill>
          <a:blip xmlns:r="http://schemas.openxmlformats.org/officeDocument/2006/relationships" xmlns:a="http://schemas.openxmlformats.org/drawingml/2006/main" r:embed="R11e07d40299b4d52"/>
          <a:stretch xmlns:a="http://schemas.openxmlformats.org/drawingml/2006/main">
            <a:fillRect l="0" t="0" r="0" b="0"/>
          </a:stretch>
        </p:blipFill>
        <p:spPr>
          <a:xfrm xmlns:a="http://schemas.openxmlformats.org/drawingml/2006/main">
            <a:off x="961029" y="9197885"/>
            <a:ext cx="265742" cy="265742"/>
          </a:xfrm>
          <a:prstGeom xmlns:a="http://schemas.openxmlformats.org/drawingml/2006/main" prst="rect">
            <a:avLst/>
          </a:prstGeom>
        </p:spPr>
      </p:pic>
      <p:sp>
        <p:nvSpPr>
          <p:cNvPr id="46" name="40%">
            <a:extLst xmlns:a="http://schemas.openxmlformats.org/drawingml/2006/main">
              <a:ext uri="{FF2B5EF4-FFF2-40B4-BE49-F238E27FC236}">
                <a16:creationId xmlns:a16="http://schemas.microsoft.com/office/drawing/2014/main" id="{B105F850-775B-4953-9FDA-6173836F405B}"/>
              </a:ext>
            </a:extLst>
          </p:cNvPr>
          <p:cNvSpPr>
            <a:spLocks xmlns:a="http://schemas.openxmlformats.org/drawingml/2006/main" noGrp="1"/>
          </p:cNvSpPr>
          <p:nvPr/>
        </p:nvSpPr>
        <p:spPr>
          <a:xfrm xmlns:a="http://schemas.openxmlformats.org/drawingml/2006/main">
            <a:off x="14182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47" name="5%">
            <a:extLst xmlns:a="http://schemas.openxmlformats.org/drawingml/2006/main">
              <a:ext uri="{FF2B5EF4-FFF2-40B4-BE49-F238E27FC236}">
                <a16:creationId xmlns:a16="http://schemas.microsoft.com/office/drawing/2014/main" id="{B761FD74-41CC-4517-8360-224480B54095}"/>
              </a:ext>
            </a:extLst>
          </p:cNvPr>
          <p:cNvSpPr>
            <a:spLocks xmlns:a="http://schemas.openxmlformats.org/drawingml/2006/main" noGrp="1"/>
          </p:cNvSpPr>
          <p:nvPr/>
        </p:nvSpPr>
        <p:spPr>
          <a:xfrm xmlns:a="http://schemas.openxmlformats.org/drawingml/2006/main">
            <a:off x="1032605" y="8946356"/>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10%</a:t>
            </a:r>
          </a:p>
        </p:txBody>
      </p:sp>
      <p:sp>
        <p:nvSpPr>
          <p:cNvPr id="48" name="15%">
            <a:extLst xmlns:a="http://schemas.openxmlformats.org/drawingml/2006/main">
              <a:ext uri="{FF2B5EF4-FFF2-40B4-BE49-F238E27FC236}">
                <a16:creationId xmlns:a16="http://schemas.microsoft.com/office/drawing/2014/main" id="{B3AFBE9D-3B87-4EEE-A4DC-243DAB4A00FF}"/>
              </a:ext>
            </a:extLst>
          </p:cNvPr>
          <p:cNvSpPr>
            <a:spLocks xmlns:a="http://schemas.openxmlformats.org/drawingml/2006/main" noGrp="1"/>
          </p:cNvSpPr>
          <p:nvPr/>
        </p:nvSpPr>
        <p:spPr>
          <a:xfrm xmlns:a="http://schemas.openxmlformats.org/drawingml/2006/main">
            <a:off x="57016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25%</a:t>
            </a:r>
          </a:p>
        </p:txBody>
      </p:sp>
      <p:sp>
        <p:nvSpPr>
          <p:cNvPr id="49" name="40%">
            <a:extLst xmlns:a="http://schemas.openxmlformats.org/drawingml/2006/main">
              <a:ext uri="{FF2B5EF4-FFF2-40B4-BE49-F238E27FC236}">
                <a16:creationId xmlns:a16="http://schemas.microsoft.com/office/drawing/2014/main" id="{141A722F-4165-4835-A979-F38C4B4AB514}"/>
              </a:ext>
            </a:extLst>
          </p:cNvPr>
          <p:cNvSpPr>
            <a:spLocks xmlns:a="http://schemas.openxmlformats.org/drawingml/2006/main" noGrp="1"/>
          </p:cNvSpPr>
          <p:nvPr/>
        </p:nvSpPr>
        <p:spPr>
          <a:xfrm xmlns:a="http://schemas.openxmlformats.org/drawingml/2006/main">
            <a:off x="529114"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0" name="0%">
            <a:extLst xmlns:a="http://schemas.openxmlformats.org/drawingml/2006/main">
              <a:ext uri="{FF2B5EF4-FFF2-40B4-BE49-F238E27FC236}">
                <a16:creationId xmlns:a16="http://schemas.microsoft.com/office/drawing/2014/main" id="{93267ABD-3B59-438D-939B-BF4207DA111D}"/>
              </a:ext>
            </a:extLst>
          </p:cNvPr>
          <p:cNvSpPr>
            <a:spLocks xmlns:a="http://schemas.openxmlformats.org/drawingml/2006/main" noGrp="1"/>
          </p:cNvSpPr>
          <p:nvPr/>
        </p:nvSpPr>
        <p:spPr>
          <a:xfrm xmlns:a="http://schemas.openxmlformats.org/drawingml/2006/main">
            <a:off x="936022"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45%</a:t>
            </a:r>
          </a:p>
        </p:txBody>
      </p:sp>
      <p:pic>
        <p:nvPicPr>
          <p:cNvPr id="217" name="Grafik 51">
            <a:extLst xmlns:a="http://schemas.openxmlformats.org/drawingml/2006/main">
              <a:ext uri="{FF2B5EF4-FFF2-40B4-BE49-F238E27FC236}">
                <a16:creationId xmlns:a16="http://schemas.microsoft.com/office/drawing/2014/main" id="{0CE436EF-CADB-4C70-BE03-8F51CB41FFFB}"/>
              </a:ext>
            </a:extLst>
          </p:cNvPr>
          <p:cNvPicPr>
            <a:picLocks xmlns:a="http://schemas.openxmlformats.org/drawingml/2006/main" noChangeAspect="1"/>
          </p:cNvPicPr>
          <p:nvPr/>
        </p:nvPicPr>
        <p:blipFill>
          <a:blip xmlns:r="http://schemas.openxmlformats.org/officeDocument/2006/relationships" xmlns:a="http://schemas.openxmlformats.org/drawingml/2006/main" r:embed="R4465d92776a84f85"/>
          <a:stretch xmlns:a="http://schemas.openxmlformats.org/drawingml/2006/main">
            <a:fillRect l="0" t="0" r="0" b="0"/>
          </a:stretch>
        </p:blipFill>
        <p:spPr>
          <a:xfrm xmlns:a="http://schemas.openxmlformats.org/drawingml/2006/main">
            <a:off x="1888922" y="8656394"/>
            <a:ext cx="265743" cy="265743"/>
          </a:xfrm>
          <a:prstGeom xmlns:a="http://schemas.openxmlformats.org/drawingml/2006/main" prst="rect">
            <a:avLst/>
          </a:prstGeom>
        </p:spPr>
      </p:pic>
      <p:sp>
        <p:nvSpPr>
          <p:cNvPr id="53" name="40%">
            <a:extLst xmlns:a="http://schemas.openxmlformats.org/drawingml/2006/main">
              <a:ext uri="{FF2B5EF4-FFF2-40B4-BE49-F238E27FC236}">
                <a16:creationId xmlns:a16="http://schemas.microsoft.com/office/drawing/2014/main" id="{93F35EC7-36D9-4745-9986-C4FE7847053C}"/>
              </a:ext>
            </a:extLst>
          </p:cNvPr>
          <p:cNvSpPr>
            <a:spLocks xmlns:a="http://schemas.openxmlformats.org/drawingml/2006/main" noGrp="1"/>
          </p:cNvSpPr>
          <p:nvPr/>
        </p:nvSpPr>
        <p:spPr>
          <a:xfrm xmlns:a="http://schemas.openxmlformats.org/drawingml/2006/main">
            <a:off x="120396" y="9513761"/>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4" name="5%">
            <a:extLst xmlns:a="http://schemas.openxmlformats.org/drawingml/2006/main">
              <a:ext uri="{FF2B5EF4-FFF2-40B4-BE49-F238E27FC236}">
                <a16:creationId xmlns:a16="http://schemas.microsoft.com/office/drawing/2014/main" id="{42115540-9E2E-4549-A8B0-48B52CFC47CF}"/>
              </a:ext>
            </a:extLst>
          </p:cNvPr>
          <p:cNvSpPr>
            <a:spLocks xmlns:a="http://schemas.openxmlformats.org/drawingml/2006/main" noGrp="1"/>
          </p:cNvSpPr>
          <p:nvPr/>
        </p:nvSpPr>
        <p:spPr>
          <a:xfrm xmlns:a="http://schemas.openxmlformats.org/drawingml/2006/main">
            <a:off x="1445990"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6" name="5%">
            <a:extLst xmlns:a="http://schemas.openxmlformats.org/drawingml/2006/main">
              <a:ext uri="{FF2B5EF4-FFF2-40B4-BE49-F238E27FC236}">
                <a16:creationId xmlns:a16="http://schemas.microsoft.com/office/drawing/2014/main" id="{D9049078-B517-4566-B31B-5005796A8C8F}"/>
              </a:ext>
            </a:extLst>
          </p:cNvPr>
          <p:cNvSpPr>
            <a:spLocks xmlns:a="http://schemas.openxmlformats.org/drawingml/2006/main" noGrp="1"/>
          </p:cNvSpPr>
          <p:nvPr/>
        </p:nvSpPr>
        <p:spPr>
          <a:xfrm xmlns:a="http://schemas.openxmlformats.org/drawingml/2006/main">
            <a:off x="1830133" y="8953024"/>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20%</a:t>
            </a:r>
          </a:p>
        </p:txBody>
      </p:sp>
      <p:sp>
        <p:nvSpPr>
          <p:cNvPr id="57" name="Persönlichkeit">
            <a:extLst xmlns:a="http://schemas.openxmlformats.org/drawingml/2006/main">
              <a:ext uri="{FF2B5EF4-FFF2-40B4-BE49-F238E27FC236}">
                <a16:creationId xmlns:a16="http://schemas.microsoft.com/office/drawing/2014/main" id="{28B2D65B-7C0A-4540-9BB1-3A2BA1C3B320}"/>
              </a:ext>
            </a:extLst>
          </p:cNvPr>
          <p:cNvSpPr>
            <a:spLocks xmlns:a="http://schemas.openxmlformats.org/drawingml/2006/main" noGrp="1"/>
          </p:cNvSpPr>
          <p:nvPr/>
        </p:nvSpPr>
        <p:spPr>
          <a:xfrm xmlns:a="http://schemas.openxmlformats.org/drawingml/2006/main">
            <a:off x="134303" y="4389025"/>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Internet</a:t>
            </a:r>
          </a:p>
        </p:txBody>
      </p:sp>
      <p:sp>
        <p:nvSpPr>
          <p:cNvPr id="58" name="Extrovertiert">
            <a:extLst xmlns:a="http://schemas.openxmlformats.org/drawingml/2006/main">
              <a:ext uri="{FF2B5EF4-FFF2-40B4-BE49-F238E27FC236}">
                <a16:creationId xmlns:a16="http://schemas.microsoft.com/office/drawing/2014/main" id="{A8560577-5D82-4078-A956-BA30B12556FD}"/>
              </a:ext>
            </a:extLst>
          </p:cNvPr>
          <p:cNvSpPr>
            <a:spLocks xmlns:a="http://schemas.openxmlformats.org/drawingml/2006/main" noGrp="1"/>
          </p:cNvSpPr>
          <p:nvPr/>
        </p:nvSpPr>
        <p:spPr>
          <a:xfrm xmlns:a="http://schemas.openxmlformats.org/drawingml/2006/main">
            <a:off x="82772" y="5533549"/>
            <a:ext cx="889921"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Extrovertiert</a:t>
            </a:r>
          </a:p>
        </p:txBody>
      </p:sp>
      <p:sp>
        <p:nvSpPr>
          <p:cNvPr id="59" name="Introvertiert">
            <a:extLst xmlns:a="http://schemas.openxmlformats.org/drawingml/2006/main">
              <a:ext uri="{FF2B5EF4-FFF2-40B4-BE49-F238E27FC236}">
                <a16:creationId xmlns:a16="http://schemas.microsoft.com/office/drawing/2014/main" id="{124657A9-77EC-40D8-B30E-DCE00AD3FC02}"/>
              </a:ext>
            </a:extLst>
          </p:cNvPr>
          <p:cNvSpPr>
            <a:spLocks xmlns:a="http://schemas.openxmlformats.org/drawingml/2006/main" noGrp="1"/>
          </p:cNvSpPr>
          <p:nvPr/>
        </p:nvSpPr>
        <p:spPr>
          <a:xfrm xmlns:a="http://schemas.openxmlformats.org/drawingml/2006/main">
            <a:off x="1388078" y="5537645"/>
            <a:ext cx="85267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Introvertiert</a:t>
            </a:r>
          </a:p>
        </p:txBody>
      </p:sp>
      <p:sp>
        <p:nvSpPr>
          <p:cNvPr id="60" name="Planer">
            <a:extLst xmlns:a="http://schemas.openxmlformats.org/drawingml/2006/main">
              <a:ext uri="{FF2B5EF4-FFF2-40B4-BE49-F238E27FC236}">
                <a16:creationId xmlns:a16="http://schemas.microsoft.com/office/drawing/2014/main" id="{D0FE18F3-FED4-4291-A264-345476A3EB02}"/>
              </a:ext>
            </a:extLst>
          </p:cNvPr>
          <p:cNvSpPr>
            <a:spLocks xmlns:a="http://schemas.openxmlformats.org/drawingml/2006/main" noGrp="1"/>
          </p:cNvSpPr>
          <p:nvPr/>
        </p:nvSpPr>
        <p:spPr>
          <a:xfrm xmlns:a="http://schemas.openxmlformats.org/drawingml/2006/main">
            <a:off x="77057" y="5893213"/>
            <a:ext cx="1022699"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Planer</a:t>
            </a:r>
          </a:p>
        </p:txBody>
      </p:sp>
      <p:sp>
        <p:nvSpPr>
          <p:cNvPr id="61" name="Spontan">
            <a:extLst xmlns:a="http://schemas.openxmlformats.org/drawingml/2006/main">
              <a:ext uri="{FF2B5EF4-FFF2-40B4-BE49-F238E27FC236}">
                <a16:creationId xmlns:a16="http://schemas.microsoft.com/office/drawing/2014/main" id="{88C99627-9916-45EB-B20F-0BCF83C38230}"/>
              </a:ext>
            </a:extLst>
          </p:cNvPr>
          <p:cNvSpPr>
            <a:spLocks xmlns:a="http://schemas.openxmlformats.org/drawingml/2006/main" noGrp="1"/>
          </p:cNvSpPr>
          <p:nvPr/>
        </p:nvSpPr>
        <p:spPr>
          <a:xfrm xmlns:a="http://schemas.openxmlformats.org/drawingml/2006/main">
            <a:off x="1566005" y="5893213"/>
            <a:ext cx="61245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Spontan</a:t>
            </a:r>
          </a:p>
        </p:txBody>
      </p:sp>
      <p:sp>
        <p:nvSpPr>
          <p:cNvPr id="62" name="Fühlen">
            <a:extLst xmlns:a="http://schemas.openxmlformats.org/drawingml/2006/main">
              <a:ext uri="{FF2B5EF4-FFF2-40B4-BE49-F238E27FC236}">
                <a16:creationId xmlns:a16="http://schemas.microsoft.com/office/drawing/2014/main" id="{6747BE4F-8950-43D7-92CD-F1E0184B75EA}"/>
              </a:ext>
            </a:extLst>
          </p:cNvPr>
          <p:cNvSpPr>
            <a:spLocks xmlns:a="http://schemas.openxmlformats.org/drawingml/2006/main" noGrp="1"/>
          </p:cNvSpPr>
          <p:nvPr/>
        </p:nvSpPr>
        <p:spPr>
          <a:xfrm xmlns:a="http://schemas.openxmlformats.org/drawingml/2006/main">
            <a:off x="1725644" y="6265355"/>
            <a:ext cx="69227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Fühlen</a:t>
            </a:r>
          </a:p>
        </p:txBody>
      </p:sp>
      <p:sp>
        <p:nvSpPr>
          <p:cNvPr id="63" name="Konservativ">
            <a:extLst xmlns:a="http://schemas.openxmlformats.org/drawingml/2006/main">
              <a:ext uri="{FF2B5EF4-FFF2-40B4-BE49-F238E27FC236}">
                <a16:creationId xmlns:a16="http://schemas.microsoft.com/office/drawing/2014/main" id="{5CA6DB11-9BCE-46D7-BD8F-B487B45784CC}"/>
              </a:ext>
            </a:extLst>
          </p:cNvPr>
          <p:cNvSpPr>
            <a:spLocks xmlns:a="http://schemas.openxmlformats.org/drawingml/2006/main" noGrp="1"/>
          </p:cNvSpPr>
          <p:nvPr/>
        </p:nvSpPr>
        <p:spPr>
          <a:xfrm xmlns:a="http://schemas.openxmlformats.org/drawingml/2006/main">
            <a:off x="82296" y="6663404"/>
            <a:ext cx="83848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Konservativ</a:t>
            </a:r>
          </a:p>
        </p:txBody>
      </p:sp>
      <p:sp>
        <p:nvSpPr>
          <p:cNvPr id="64" name="Liberal">
            <a:extLst xmlns:a="http://schemas.openxmlformats.org/drawingml/2006/main">
              <a:ext uri="{FF2B5EF4-FFF2-40B4-BE49-F238E27FC236}">
                <a16:creationId xmlns:a16="http://schemas.microsoft.com/office/drawing/2014/main" id="{CBB632E1-2BE6-4B4E-8ECF-5009DEBD8877}"/>
              </a:ext>
            </a:extLst>
          </p:cNvPr>
          <p:cNvSpPr>
            <a:spLocks xmlns:a="http://schemas.openxmlformats.org/drawingml/2006/main" noGrp="1"/>
          </p:cNvSpPr>
          <p:nvPr/>
        </p:nvSpPr>
        <p:spPr>
          <a:xfrm xmlns:a="http://schemas.openxmlformats.org/drawingml/2006/main">
            <a:off x="1765078" y="6649879"/>
            <a:ext cx="51939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Liberal</a:t>
            </a:r>
          </a:p>
        </p:txBody>
      </p:sp>
      <p:sp>
        <p:nvSpPr>
          <p:cNvPr id="65" name="Anführer">
            <a:extLst xmlns:a="http://schemas.openxmlformats.org/drawingml/2006/main">
              <a:ext uri="{FF2B5EF4-FFF2-40B4-BE49-F238E27FC236}">
                <a16:creationId xmlns:a16="http://schemas.microsoft.com/office/drawing/2014/main" id="{263BF284-5B72-4F84-A1D0-EB617316CB00}"/>
              </a:ext>
            </a:extLst>
          </p:cNvPr>
          <p:cNvSpPr>
            <a:spLocks xmlns:a="http://schemas.openxmlformats.org/drawingml/2006/main" noGrp="1"/>
          </p:cNvSpPr>
          <p:nvPr/>
        </p:nvSpPr>
        <p:spPr>
          <a:xfrm xmlns:a="http://schemas.openxmlformats.org/drawingml/2006/main">
            <a:off x="104394" y="7101364"/>
            <a:ext cx="64722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Anführer</a:t>
            </a:r>
          </a:p>
        </p:txBody>
      </p:sp>
      <p:sp>
        <p:nvSpPr>
          <p:cNvPr id="66" name="Nachahmer">
            <a:extLst xmlns:a="http://schemas.openxmlformats.org/drawingml/2006/main">
              <a:ext uri="{FF2B5EF4-FFF2-40B4-BE49-F238E27FC236}">
                <a16:creationId xmlns:a16="http://schemas.microsoft.com/office/drawing/2014/main" id="{D5226E57-86B7-4C63-B917-4FDDC04A6B2B}"/>
              </a:ext>
            </a:extLst>
          </p:cNvPr>
          <p:cNvSpPr>
            <a:spLocks xmlns:a="http://schemas.openxmlformats.org/drawingml/2006/main" noGrp="1"/>
          </p:cNvSpPr>
          <p:nvPr/>
        </p:nvSpPr>
        <p:spPr>
          <a:xfrm xmlns:a="http://schemas.openxmlformats.org/drawingml/2006/main">
            <a:off x="1453706" y="7069741"/>
            <a:ext cx="839343"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Nachahmer</a:t>
            </a:r>
          </a:p>
        </p:txBody>
      </p:sp>
      <p:sp>
        <p:nvSpPr>
          <p:cNvPr id="67" name="Internet">
            <a:extLst xmlns:a="http://schemas.openxmlformats.org/drawingml/2006/main">
              <a:ext uri="{FF2B5EF4-FFF2-40B4-BE49-F238E27FC236}">
                <a16:creationId xmlns:a16="http://schemas.microsoft.com/office/drawing/2014/main" id="{74A13C56-17B0-4C31-9510-B5E300B78A64}"/>
              </a:ext>
            </a:extLst>
          </p:cNvPr>
          <p:cNvSpPr>
            <a:spLocks xmlns:a="http://schemas.openxmlformats.org/drawingml/2006/main" noGrp="1"/>
          </p:cNvSpPr>
          <p:nvPr/>
        </p:nvSpPr>
        <p:spPr>
          <a:xfrm xmlns:a="http://schemas.openxmlformats.org/drawingml/2006/main">
            <a:off x="101251" y="3669887"/>
            <a:ext cx="961930"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Technologie</a:t>
            </a:r>
          </a:p>
        </p:txBody>
      </p:sp>
      <p:sp>
        <p:nvSpPr>
          <p:cNvPr id="68" name="Software und Apps">
            <a:extLst xmlns:a="http://schemas.openxmlformats.org/drawingml/2006/main">
              <a:ext uri="{FF2B5EF4-FFF2-40B4-BE49-F238E27FC236}">
                <a16:creationId xmlns:a16="http://schemas.microsoft.com/office/drawing/2014/main" id="{3362B1B7-D87D-481B-BE54-011F77612331}"/>
              </a:ext>
            </a:extLst>
          </p:cNvPr>
          <p:cNvSpPr>
            <a:spLocks xmlns:a="http://schemas.openxmlformats.org/drawingml/2006/main" noGrp="1"/>
          </p:cNvSpPr>
          <p:nvPr/>
        </p:nvSpPr>
        <p:spPr>
          <a:xfrm xmlns:a="http://schemas.openxmlformats.org/drawingml/2006/main">
            <a:off x="110776" y="4049173"/>
            <a:ext cx="1337882"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Software und Apps</a:t>
            </a:r>
          </a:p>
        </p:txBody>
      </p:sp>
      <p:sp>
        <p:nvSpPr>
          <p:cNvPr id="70" name="Rechteck">
            <a:extLst xmlns:a="http://schemas.openxmlformats.org/drawingml/2006/main">
              <a:ext uri="{FF2B5EF4-FFF2-40B4-BE49-F238E27FC236}">
                <a16:creationId xmlns:a16="http://schemas.microsoft.com/office/drawing/2014/main" id="{5D8690B6-5E99-4750-88E0-64565D577282}"/>
              </a:ext>
            </a:extLst>
          </p:cNvPr>
          <p:cNvSpPr>
            <a:spLocks xmlns:a="http://schemas.openxmlformats.org/drawingml/2006/main" noGrp="1"/>
          </p:cNvSpPr>
          <p:nvPr/>
        </p:nvSpPr>
        <p:spPr>
          <a:xfrm xmlns:a="http://schemas.openxmlformats.org/drawingml/2006/main">
            <a:off x="104394" y="732329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xmlns:a="http://schemas.openxmlformats.org/drawingml/2006/main">
              <a:ext uri="{FF2B5EF4-FFF2-40B4-BE49-F238E27FC236}">
                <a16:creationId xmlns:a16="http://schemas.microsoft.com/office/drawing/2014/main" id="{32848BB3-5727-4D6A-A110-F633A76793A3}"/>
              </a:ext>
            </a:extLst>
          </p:cNvPr>
          <p:cNvSpPr>
            <a:spLocks xmlns:a="http://schemas.openxmlformats.org/drawingml/2006/main" noGrp="1"/>
          </p:cNvSpPr>
          <p:nvPr/>
        </p:nvSpPr>
        <p:spPr>
          <a:xfrm xmlns:a="http://schemas.openxmlformats.org/drawingml/2006/main">
            <a:off x="957263"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xmlns:a="http://schemas.openxmlformats.org/drawingml/2006/main">
              <a:ext uri="{FF2B5EF4-FFF2-40B4-BE49-F238E27FC236}">
                <a16:creationId xmlns:a16="http://schemas.microsoft.com/office/drawing/2014/main" id="{50062F09-FC3A-4349-86B5-36B0E542BC34}"/>
              </a:ext>
            </a:extLst>
          </p:cNvPr>
          <p:cNvSpPr>
            <a:spLocks xmlns:a="http://schemas.openxmlformats.org/drawingml/2006/main" noGrp="1"/>
          </p:cNvSpPr>
          <p:nvPr/>
        </p:nvSpPr>
        <p:spPr>
          <a:xfrm xmlns:a="http://schemas.openxmlformats.org/drawingml/2006/main">
            <a:off x="530828"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xmlns:a="http://schemas.openxmlformats.org/drawingml/2006/main">
              <a:ext uri="{FF2B5EF4-FFF2-40B4-BE49-F238E27FC236}">
                <a16:creationId xmlns:a16="http://schemas.microsoft.com/office/drawing/2014/main" id="{A73686BC-7D33-487D-A59D-B8A2614EC025}"/>
              </a:ext>
            </a:extLst>
          </p:cNvPr>
          <p:cNvSpPr>
            <a:spLocks xmlns:a="http://schemas.openxmlformats.org/drawingml/2006/main" noGrp="1"/>
          </p:cNvSpPr>
          <p:nvPr/>
        </p:nvSpPr>
        <p:spPr>
          <a:xfrm xmlns:a="http://schemas.openxmlformats.org/drawingml/2006/main">
            <a:off x="1383602"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xmlns:a="http://schemas.openxmlformats.org/drawingml/2006/main">
              <a:ext uri="{FF2B5EF4-FFF2-40B4-BE49-F238E27FC236}">
                <a16:creationId xmlns:a16="http://schemas.microsoft.com/office/drawing/2014/main" id="{2D768AB4-9B3F-4F96-A6FA-02EA6985981F}"/>
              </a:ext>
            </a:extLst>
          </p:cNvPr>
          <p:cNvSpPr>
            <a:spLocks xmlns:a="http://schemas.openxmlformats.org/drawingml/2006/main" noGrp="1"/>
          </p:cNvSpPr>
          <p:nvPr/>
        </p:nvSpPr>
        <p:spPr>
          <a:xfrm xmlns:a="http://schemas.openxmlformats.org/drawingml/2006/main">
            <a:off x="1810036"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xmlns:a="http://schemas.openxmlformats.org/drawingml/2006/main">
              <a:ext uri="{FF2B5EF4-FFF2-40B4-BE49-F238E27FC236}">
                <a16:creationId xmlns:a16="http://schemas.microsoft.com/office/drawing/2014/main" id="{2893C15A-D55F-48CF-81A6-F3AB22FFC2D2}"/>
              </a:ext>
            </a:extLst>
          </p:cNvPr>
          <p:cNvSpPr>
            <a:spLocks xmlns:a="http://schemas.openxmlformats.org/drawingml/2006/main" noGrp="1"/>
          </p:cNvSpPr>
          <p:nvPr/>
        </p:nvSpPr>
        <p:spPr>
          <a:xfrm xmlns:a="http://schemas.openxmlformats.org/drawingml/2006/main">
            <a:off x="104394"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xmlns:a="http://schemas.openxmlformats.org/drawingml/2006/main">
              <a:ext uri="{FF2B5EF4-FFF2-40B4-BE49-F238E27FC236}">
                <a16:creationId xmlns:a16="http://schemas.microsoft.com/office/drawing/2014/main" id="{894ED74E-0855-43C5-932B-565CB7C6450D}"/>
              </a:ext>
            </a:extLst>
          </p:cNvPr>
          <p:cNvSpPr>
            <a:spLocks xmlns:a="http://schemas.openxmlformats.org/drawingml/2006/main" noGrp="1"/>
          </p:cNvSpPr>
          <p:nvPr/>
        </p:nvSpPr>
        <p:spPr>
          <a:xfrm xmlns:a="http://schemas.openxmlformats.org/drawingml/2006/main">
            <a:off x="957263"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xmlns:a="http://schemas.openxmlformats.org/drawingml/2006/main">
              <a:ext uri="{FF2B5EF4-FFF2-40B4-BE49-F238E27FC236}">
                <a16:creationId xmlns:a16="http://schemas.microsoft.com/office/drawing/2014/main" id="{E07F87FB-4967-49CB-B94A-BAB21B47469C}"/>
              </a:ext>
            </a:extLst>
          </p:cNvPr>
          <p:cNvSpPr>
            <a:spLocks xmlns:a="http://schemas.openxmlformats.org/drawingml/2006/main" noGrp="1"/>
          </p:cNvSpPr>
          <p:nvPr/>
        </p:nvSpPr>
        <p:spPr>
          <a:xfrm xmlns:a="http://schemas.openxmlformats.org/drawingml/2006/main">
            <a:off x="530828"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xmlns:a="http://schemas.openxmlformats.org/drawingml/2006/main">
              <a:ext uri="{FF2B5EF4-FFF2-40B4-BE49-F238E27FC236}">
                <a16:creationId xmlns:a16="http://schemas.microsoft.com/office/drawing/2014/main" id="{C845B0A9-1EBA-4AEF-A447-6554E0DC703C}"/>
              </a:ext>
            </a:extLst>
          </p:cNvPr>
          <p:cNvSpPr>
            <a:spLocks xmlns:a="http://schemas.openxmlformats.org/drawingml/2006/main" noGrp="1"/>
          </p:cNvSpPr>
          <p:nvPr/>
        </p:nvSpPr>
        <p:spPr>
          <a:xfrm xmlns:a="http://schemas.openxmlformats.org/drawingml/2006/main">
            <a:off x="1383602"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xmlns:a="http://schemas.openxmlformats.org/drawingml/2006/main">
              <a:ext uri="{FF2B5EF4-FFF2-40B4-BE49-F238E27FC236}">
                <a16:creationId xmlns:a16="http://schemas.microsoft.com/office/drawing/2014/main" id="{163E74F4-C97B-4DEB-AB21-694386DCF696}"/>
              </a:ext>
            </a:extLst>
          </p:cNvPr>
          <p:cNvSpPr>
            <a:spLocks xmlns:a="http://schemas.openxmlformats.org/drawingml/2006/main" noGrp="1"/>
          </p:cNvSpPr>
          <p:nvPr/>
        </p:nvSpPr>
        <p:spPr>
          <a:xfrm xmlns:a="http://schemas.openxmlformats.org/drawingml/2006/main">
            <a:off x="1810036" y="6915817"/>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xmlns:a="http://schemas.openxmlformats.org/drawingml/2006/main">
              <a:ext uri="{FF2B5EF4-FFF2-40B4-BE49-F238E27FC236}">
                <a16:creationId xmlns:a16="http://schemas.microsoft.com/office/drawing/2014/main" id="{981752B2-BA7C-4625-B3BD-C21A8A17C794}"/>
              </a:ext>
            </a:extLst>
          </p:cNvPr>
          <p:cNvSpPr>
            <a:spLocks xmlns:a="http://schemas.openxmlformats.org/drawingml/2006/main" noGrp="1"/>
          </p:cNvSpPr>
          <p:nvPr/>
        </p:nvSpPr>
        <p:spPr>
          <a:xfrm xmlns:a="http://schemas.openxmlformats.org/drawingml/2006/main">
            <a:off x="104394"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xmlns:a="http://schemas.openxmlformats.org/drawingml/2006/main">
              <a:ext uri="{FF2B5EF4-FFF2-40B4-BE49-F238E27FC236}">
                <a16:creationId xmlns:a16="http://schemas.microsoft.com/office/drawing/2014/main" id="{4B4202E3-481A-4E89-91C4-A67D664BEEC1}"/>
              </a:ext>
            </a:extLst>
          </p:cNvPr>
          <p:cNvSpPr>
            <a:spLocks xmlns:a="http://schemas.openxmlformats.org/drawingml/2006/main" noGrp="1"/>
          </p:cNvSpPr>
          <p:nvPr/>
        </p:nvSpPr>
        <p:spPr>
          <a:xfrm xmlns:a="http://schemas.openxmlformats.org/drawingml/2006/main">
            <a:off x="957263"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xmlns:a="http://schemas.openxmlformats.org/drawingml/2006/main">
              <a:ext uri="{FF2B5EF4-FFF2-40B4-BE49-F238E27FC236}">
                <a16:creationId xmlns:a16="http://schemas.microsoft.com/office/drawing/2014/main" id="{F7E302B0-AEA3-4392-8C92-8B5FC3DDDD96}"/>
              </a:ext>
            </a:extLst>
          </p:cNvPr>
          <p:cNvSpPr>
            <a:spLocks xmlns:a="http://schemas.openxmlformats.org/drawingml/2006/main" noGrp="1"/>
          </p:cNvSpPr>
          <p:nvPr/>
        </p:nvSpPr>
        <p:spPr>
          <a:xfrm xmlns:a="http://schemas.openxmlformats.org/drawingml/2006/main">
            <a:off x="530828"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xmlns:a="http://schemas.openxmlformats.org/drawingml/2006/main">
              <a:ext uri="{FF2B5EF4-FFF2-40B4-BE49-F238E27FC236}">
                <a16:creationId xmlns:a16="http://schemas.microsoft.com/office/drawing/2014/main" id="{A8E1725A-20BE-4B0A-A477-341A0AF44666}"/>
              </a:ext>
            </a:extLst>
          </p:cNvPr>
          <p:cNvSpPr>
            <a:spLocks xmlns:a="http://schemas.openxmlformats.org/drawingml/2006/main" noGrp="1"/>
          </p:cNvSpPr>
          <p:nvPr/>
        </p:nvSpPr>
        <p:spPr>
          <a:xfrm xmlns:a="http://schemas.openxmlformats.org/drawingml/2006/main">
            <a:off x="1383602" y="6509195"/>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xmlns:a="http://schemas.openxmlformats.org/drawingml/2006/main">
              <a:ext uri="{FF2B5EF4-FFF2-40B4-BE49-F238E27FC236}">
                <a16:creationId xmlns:a16="http://schemas.microsoft.com/office/drawing/2014/main" id="{18BE0286-73B7-4FB5-BBC5-7D83BA983331}"/>
              </a:ext>
            </a:extLst>
          </p:cNvPr>
          <p:cNvSpPr>
            <a:spLocks xmlns:a="http://schemas.openxmlformats.org/drawingml/2006/main" noGrp="1"/>
          </p:cNvSpPr>
          <p:nvPr/>
        </p:nvSpPr>
        <p:spPr>
          <a:xfrm xmlns:a="http://schemas.openxmlformats.org/drawingml/2006/main">
            <a:off x="1810036"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xmlns:a="http://schemas.openxmlformats.org/drawingml/2006/main">
              <a:ext uri="{FF2B5EF4-FFF2-40B4-BE49-F238E27FC236}">
                <a16:creationId xmlns:a16="http://schemas.microsoft.com/office/drawing/2014/main" id="{B75F36B9-DE97-47B1-B92E-F3DD298050BB}"/>
              </a:ext>
            </a:extLst>
          </p:cNvPr>
          <p:cNvSpPr>
            <a:spLocks xmlns:a="http://schemas.openxmlformats.org/drawingml/2006/main" noGrp="1"/>
          </p:cNvSpPr>
          <p:nvPr/>
        </p:nvSpPr>
        <p:spPr>
          <a:xfrm xmlns:a="http://schemas.openxmlformats.org/drawingml/2006/main">
            <a:off x="83058" y="6264021"/>
            <a:ext cx="601599" cy="212312"/>
          </a:xfrm>
          <a:prstGeom xmlns:a="http://schemas.openxmlformats.org/drawingml/2006/main" prst="rect">
            <a:avLst/>
          </a:prstGeom>
          <a:ln xmlns:a="http://schemas.openxmlformats.org/drawingml/2006/main" w="3175"/>
        </p:spPr>
        <p:txBody>
          <a:bodyPr xmlns:a="http://schemas.openxmlformats.org/drawingml/2006/main" lIns="38100" tIns="38100" rIns="38100" bIns="38100" anchor="ct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Denken</a:t>
            </a:r>
          </a:p>
        </p:txBody>
      </p:sp>
      <p:sp>
        <p:nvSpPr>
          <p:cNvPr id="89" name="Rechteck">
            <a:extLst xmlns:a="http://schemas.openxmlformats.org/drawingml/2006/main">
              <a:ext uri="{FF2B5EF4-FFF2-40B4-BE49-F238E27FC236}">
                <a16:creationId xmlns:a16="http://schemas.microsoft.com/office/drawing/2014/main" id="{A3C9F528-BB90-46BE-80DC-52099D74C9A6}"/>
              </a:ext>
            </a:extLst>
          </p:cNvPr>
          <p:cNvSpPr>
            <a:spLocks xmlns:a="http://schemas.openxmlformats.org/drawingml/2006/main" noGrp="1"/>
          </p:cNvSpPr>
          <p:nvPr/>
        </p:nvSpPr>
        <p:spPr>
          <a:xfrm xmlns:a="http://schemas.openxmlformats.org/drawingml/2006/main">
            <a:off x="104394"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xmlns:a="http://schemas.openxmlformats.org/drawingml/2006/main">
              <a:ext uri="{FF2B5EF4-FFF2-40B4-BE49-F238E27FC236}">
                <a16:creationId xmlns:a16="http://schemas.microsoft.com/office/drawing/2014/main" id="{97DF5059-236D-45CA-920E-3ACB08422480}"/>
              </a:ext>
            </a:extLst>
          </p:cNvPr>
          <p:cNvSpPr>
            <a:spLocks xmlns:a="http://schemas.openxmlformats.org/drawingml/2006/main" noGrp="1"/>
          </p:cNvSpPr>
          <p:nvPr/>
        </p:nvSpPr>
        <p:spPr>
          <a:xfrm xmlns:a="http://schemas.openxmlformats.org/drawingml/2006/main">
            <a:off x="943737"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xmlns:a="http://schemas.openxmlformats.org/drawingml/2006/main">
              <a:ext uri="{FF2B5EF4-FFF2-40B4-BE49-F238E27FC236}">
                <a16:creationId xmlns:a16="http://schemas.microsoft.com/office/drawing/2014/main" id="{A3204F46-9E27-4B78-B33E-F2E82A35F0E2}"/>
              </a:ext>
            </a:extLst>
          </p:cNvPr>
          <p:cNvSpPr>
            <a:spLocks xmlns:a="http://schemas.openxmlformats.org/drawingml/2006/main" noGrp="1"/>
          </p:cNvSpPr>
          <p:nvPr/>
        </p:nvSpPr>
        <p:spPr>
          <a:xfrm xmlns:a="http://schemas.openxmlformats.org/drawingml/2006/main">
            <a:off x="524066"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xmlns:a="http://schemas.openxmlformats.org/drawingml/2006/main">
              <a:ext uri="{FF2B5EF4-FFF2-40B4-BE49-F238E27FC236}">
                <a16:creationId xmlns:a16="http://schemas.microsoft.com/office/drawing/2014/main" id="{E3B81E32-966D-4D2B-9C5A-BDA5A15900F0}"/>
              </a:ext>
            </a:extLst>
          </p:cNvPr>
          <p:cNvSpPr>
            <a:spLocks xmlns:a="http://schemas.openxmlformats.org/drawingml/2006/main" noGrp="1"/>
          </p:cNvSpPr>
          <p:nvPr/>
        </p:nvSpPr>
        <p:spPr>
          <a:xfrm xmlns:a="http://schemas.openxmlformats.org/drawingml/2006/main">
            <a:off x="1363313" y="6128576"/>
            <a:ext cx="383762"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xmlns:a="http://schemas.openxmlformats.org/drawingml/2006/main">
              <a:ext uri="{FF2B5EF4-FFF2-40B4-BE49-F238E27FC236}">
                <a16:creationId xmlns:a16="http://schemas.microsoft.com/office/drawing/2014/main" id="{935711A5-2D3F-4D34-BA88-720C70F80BDC}"/>
              </a:ext>
            </a:extLst>
          </p:cNvPr>
          <p:cNvSpPr>
            <a:spLocks xmlns:a="http://schemas.openxmlformats.org/drawingml/2006/main" noGrp="1"/>
          </p:cNvSpPr>
          <p:nvPr/>
        </p:nvSpPr>
        <p:spPr>
          <a:xfrm xmlns:a="http://schemas.openxmlformats.org/drawingml/2006/main">
            <a:off x="1782985"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xmlns:a="http://schemas.openxmlformats.org/drawingml/2006/main">
              <a:ext uri="{FF2B5EF4-FFF2-40B4-BE49-F238E27FC236}">
                <a16:creationId xmlns:a16="http://schemas.microsoft.com/office/drawing/2014/main" id="{E7AF644E-B7C8-48BA-9BC0-F16ED3FCD9BD}"/>
              </a:ext>
            </a:extLst>
          </p:cNvPr>
          <p:cNvSpPr>
            <a:spLocks xmlns:a="http://schemas.openxmlformats.org/drawingml/2006/main" noGrp="1"/>
          </p:cNvSpPr>
          <p:nvPr/>
        </p:nvSpPr>
        <p:spPr>
          <a:xfrm xmlns:a="http://schemas.openxmlformats.org/drawingml/2006/main">
            <a:off x="104394" y="5764339"/>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xmlns:a="http://schemas.openxmlformats.org/drawingml/2006/main">
              <a:ext uri="{FF2B5EF4-FFF2-40B4-BE49-F238E27FC236}">
                <a16:creationId xmlns:a16="http://schemas.microsoft.com/office/drawing/2014/main" id="{62CE3595-C01C-4834-B9EF-A74F8C8D0AAA}"/>
              </a:ext>
            </a:extLst>
          </p:cNvPr>
          <p:cNvSpPr>
            <a:spLocks xmlns:a="http://schemas.openxmlformats.org/drawingml/2006/main" noGrp="1"/>
          </p:cNvSpPr>
          <p:nvPr/>
        </p:nvSpPr>
        <p:spPr>
          <a:xfrm xmlns:a="http://schemas.openxmlformats.org/drawingml/2006/main">
            <a:off x="957263"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xmlns:a="http://schemas.openxmlformats.org/drawingml/2006/main">
              <a:ext uri="{FF2B5EF4-FFF2-40B4-BE49-F238E27FC236}">
                <a16:creationId xmlns:a16="http://schemas.microsoft.com/office/drawing/2014/main" id="{EBA9E952-394A-464C-AED1-2BAAE4332FA5}"/>
              </a:ext>
            </a:extLst>
          </p:cNvPr>
          <p:cNvSpPr>
            <a:spLocks xmlns:a="http://schemas.openxmlformats.org/drawingml/2006/main" noGrp="1"/>
          </p:cNvSpPr>
          <p:nvPr/>
        </p:nvSpPr>
        <p:spPr>
          <a:xfrm xmlns:a="http://schemas.openxmlformats.org/drawingml/2006/main">
            <a:off x="530828"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xmlns:a="http://schemas.openxmlformats.org/drawingml/2006/main">
              <a:ext uri="{FF2B5EF4-FFF2-40B4-BE49-F238E27FC236}">
                <a16:creationId xmlns:a16="http://schemas.microsoft.com/office/drawing/2014/main" id="{31BB97C8-DDB2-42E3-AA46-85C7FE8E76C7}"/>
              </a:ext>
            </a:extLst>
          </p:cNvPr>
          <p:cNvSpPr>
            <a:spLocks xmlns:a="http://schemas.openxmlformats.org/drawingml/2006/main" noGrp="1"/>
          </p:cNvSpPr>
          <p:nvPr/>
        </p:nvSpPr>
        <p:spPr>
          <a:xfrm xmlns:a="http://schemas.openxmlformats.org/drawingml/2006/main">
            <a:off x="1383602"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xmlns:a="http://schemas.openxmlformats.org/drawingml/2006/main">
              <a:ext uri="{FF2B5EF4-FFF2-40B4-BE49-F238E27FC236}">
                <a16:creationId xmlns:a16="http://schemas.microsoft.com/office/drawing/2014/main" id="{66614AE4-75B5-4E0E-9950-5155BD83585C}"/>
              </a:ext>
            </a:extLst>
          </p:cNvPr>
          <p:cNvSpPr>
            <a:spLocks xmlns:a="http://schemas.openxmlformats.org/drawingml/2006/main" noGrp="1"/>
          </p:cNvSpPr>
          <p:nvPr/>
        </p:nvSpPr>
        <p:spPr>
          <a:xfrm xmlns:a="http://schemas.openxmlformats.org/drawingml/2006/main">
            <a:off x="1810036"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xmlns:a="http://schemas.openxmlformats.org/drawingml/2006/main">
              <a:ext uri="{FF2B5EF4-FFF2-40B4-BE49-F238E27FC236}">
                <a16:creationId xmlns:a16="http://schemas.microsoft.com/office/drawing/2014/main" id="{93507A3D-06A4-4B77-9637-72FD4F3E3537}"/>
              </a:ext>
            </a:extLst>
          </p:cNvPr>
          <p:cNvSpPr>
            <a:spLocks xmlns:a="http://schemas.openxmlformats.org/drawingml/2006/main" noGrp="1"/>
          </p:cNvSpPr>
          <p:nvPr/>
        </p:nvSpPr>
        <p:spPr>
          <a:xfrm xmlns:a="http://schemas.openxmlformats.org/drawingml/2006/main">
            <a:off x="137541"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xmlns:a="http://schemas.openxmlformats.org/drawingml/2006/main">
              <a:ext uri="{FF2B5EF4-FFF2-40B4-BE49-F238E27FC236}">
                <a16:creationId xmlns:a16="http://schemas.microsoft.com/office/drawing/2014/main" id="{D4076C11-A33F-4679-B084-F0A7D36FD31E}"/>
              </a:ext>
            </a:extLst>
          </p:cNvPr>
          <p:cNvSpPr>
            <a:spLocks xmlns:a="http://schemas.openxmlformats.org/drawingml/2006/main" noGrp="1"/>
          </p:cNvSpPr>
          <p:nvPr/>
        </p:nvSpPr>
        <p:spPr>
          <a:xfrm xmlns:a="http://schemas.openxmlformats.org/drawingml/2006/main">
            <a:off x="990314"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xmlns:a="http://schemas.openxmlformats.org/drawingml/2006/main">
              <a:ext uri="{FF2B5EF4-FFF2-40B4-BE49-F238E27FC236}">
                <a16:creationId xmlns:a16="http://schemas.microsoft.com/office/drawing/2014/main" id="{ED584246-6A7F-4E47-861C-A0935E8FDAE0}"/>
              </a:ext>
            </a:extLst>
          </p:cNvPr>
          <p:cNvSpPr>
            <a:spLocks xmlns:a="http://schemas.openxmlformats.org/drawingml/2006/main" noGrp="1"/>
          </p:cNvSpPr>
          <p:nvPr/>
        </p:nvSpPr>
        <p:spPr>
          <a:xfrm xmlns:a="http://schemas.openxmlformats.org/drawingml/2006/main">
            <a:off x="563880"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xmlns:a="http://schemas.openxmlformats.org/drawingml/2006/main">
              <a:ext uri="{FF2B5EF4-FFF2-40B4-BE49-F238E27FC236}">
                <a16:creationId xmlns:a16="http://schemas.microsoft.com/office/drawing/2014/main" id="{C8E00D01-A25E-4123-B26F-465076D35C01}"/>
              </a:ext>
            </a:extLst>
          </p:cNvPr>
          <p:cNvSpPr>
            <a:spLocks xmlns:a="http://schemas.openxmlformats.org/drawingml/2006/main" noGrp="1"/>
          </p:cNvSpPr>
          <p:nvPr/>
        </p:nvSpPr>
        <p:spPr>
          <a:xfrm xmlns:a="http://schemas.openxmlformats.org/drawingml/2006/main">
            <a:off x="1416749"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xmlns:a="http://schemas.openxmlformats.org/drawingml/2006/main">
              <a:ext uri="{FF2B5EF4-FFF2-40B4-BE49-F238E27FC236}">
                <a16:creationId xmlns:a16="http://schemas.microsoft.com/office/drawing/2014/main" id="{EEDE575F-961E-46D4-A388-3C0627E5FE3E}"/>
              </a:ext>
            </a:extLst>
          </p:cNvPr>
          <p:cNvSpPr>
            <a:spLocks xmlns:a="http://schemas.openxmlformats.org/drawingml/2006/main" noGrp="1"/>
          </p:cNvSpPr>
          <p:nvPr/>
        </p:nvSpPr>
        <p:spPr>
          <a:xfrm xmlns:a="http://schemas.openxmlformats.org/drawingml/2006/main">
            <a:off x="1843088"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xmlns:a="http://schemas.openxmlformats.org/drawingml/2006/main">
              <a:ext uri="{FF2B5EF4-FFF2-40B4-BE49-F238E27FC236}">
                <a16:creationId xmlns:a16="http://schemas.microsoft.com/office/drawing/2014/main" id="{DFA6F396-E9EA-4F96-A4C7-C346F6D5B455}"/>
              </a:ext>
            </a:extLst>
          </p:cNvPr>
          <p:cNvSpPr>
            <a:spLocks xmlns:a="http://schemas.openxmlformats.org/drawingml/2006/main" noGrp="1"/>
          </p:cNvSpPr>
          <p:nvPr/>
        </p:nvSpPr>
        <p:spPr>
          <a:xfrm xmlns:a="http://schemas.openxmlformats.org/drawingml/2006/main">
            <a:off x="137541"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8" name="Rechteck">
            <a:extLst xmlns:a="http://schemas.openxmlformats.org/drawingml/2006/main">
              <a:ext uri="{FF2B5EF4-FFF2-40B4-BE49-F238E27FC236}">
                <a16:creationId xmlns:a16="http://schemas.microsoft.com/office/drawing/2014/main" id="{3BC10C83-EACE-4C25-B121-AD97099C3738}"/>
              </a:ext>
            </a:extLst>
          </p:cNvPr>
          <p:cNvSpPr>
            <a:spLocks xmlns:a="http://schemas.openxmlformats.org/drawingml/2006/main" noGrp="1"/>
          </p:cNvSpPr>
          <p:nvPr/>
        </p:nvSpPr>
        <p:spPr>
          <a:xfrm xmlns:a="http://schemas.openxmlformats.org/drawingml/2006/main">
            <a:off x="990314"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C00000"/>
              </a:solidFill>
              <a:highlight>
                <a:srgbClr val="FFFF00"/>
              </a:highlight>
              <a:latin typeface="Arial"/>
              <a:ea typeface="Arial"/>
              <a:cs typeface="Arial"/>
            </a:endParaRPr>
          </a:p>
        </p:txBody>
      </p:sp>
      <p:sp>
        <p:nvSpPr>
          <p:cNvPr id="109" name="Rechteck">
            <a:extLst xmlns:a="http://schemas.openxmlformats.org/drawingml/2006/main">
              <a:ext uri="{FF2B5EF4-FFF2-40B4-BE49-F238E27FC236}">
                <a16:creationId xmlns:a16="http://schemas.microsoft.com/office/drawing/2014/main" id="{B2D4D5E2-C33A-4F28-8A32-64EE292584B7}"/>
              </a:ext>
            </a:extLst>
          </p:cNvPr>
          <p:cNvSpPr>
            <a:spLocks xmlns:a="http://schemas.openxmlformats.org/drawingml/2006/main" noGrp="1"/>
          </p:cNvSpPr>
          <p:nvPr/>
        </p:nvSpPr>
        <p:spPr>
          <a:xfrm xmlns:a="http://schemas.openxmlformats.org/drawingml/2006/main">
            <a:off x="563880"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xmlns:a="http://schemas.openxmlformats.org/drawingml/2006/main">
              <a:ext uri="{FF2B5EF4-FFF2-40B4-BE49-F238E27FC236}">
                <a16:creationId xmlns:a16="http://schemas.microsoft.com/office/drawing/2014/main" id="{AC58726F-89BA-4722-B4A8-B21637F6AFEC}"/>
              </a:ext>
            </a:extLst>
          </p:cNvPr>
          <p:cNvSpPr>
            <a:spLocks xmlns:a="http://schemas.openxmlformats.org/drawingml/2006/main" noGrp="1"/>
          </p:cNvSpPr>
          <p:nvPr/>
        </p:nvSpPr>
        <p:spPr>
          <a:xfrm xmlns:a="http://schemas.openxmlformats.org/drawingml/2006/main">
            <a:off x="1416749" y="3930682"/>
            <a:ext cx="389954"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C00000"/>
              </a:solidFill>
              <a:latin typeface="Arial"/>
              <a:ea typeface="Arial"/>
              <a:cs typeface="Arial"/>
            </a:endParaRPr>
          </a:p>
        </p:txBody>
      </p:sp>
      <p:sp>
        <p:nvSpPr>
          <p:cNvPr id="111" name="Rechteck">
            <a:extLst xmlns:a="http://schemas.openxmlformats.org/drawingml/2006/main">
              <a:ext uri="{FF2B5EF4-FFF2-40B4-BE49-F238E27FC236}">
                <a16:creationId xmlns:a16="http://schemas.microsoft.com/office/drawing/2014/main" id="{4D4E692F-772A-48C3-B7F5-DFA9C52DB3D8}"/>
              </a:ext>
            </a:extLst>
          </p:cNvPr>
          <p:cNvSpPr>
            <a:spLocks xmlns:a="http://schemas.openxmlformats.org/drawingml/2006/main" noGrp="1"/>
          </p:cNvSpPr>
          <p:nvPr/>
        </p:nvSpPr>
        <p:spPr>
          <a:xfrm xmlns:a="http://schemas.openxmlformats.org/drawingml/2006/main">
            <a:off x="1843088"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xmlns:a="http://schemas.openxmlformats.org/drawingml/2006/main">
              <a:ext uri="{FF2B5EF4-FFF2-40B4-BE49-F238E27FC236}">
                <a16:creationId xmlns:a16="http://schemas.microsoft.com/office/drawing/2014/main" id="{00375B53-89A5-4B13-9B85-92BF41485641}"/>
              </a:ext>
            </a:extLst>
          </p:cNvPr>
          <p:cNvSpPr>
            <a:spLocks xmlns:a="http://schemas.openxmlformats.org/drawingml/2006/main" noGrp="1"/>
          </p:cNvSpPr>
          <p:nvPr/>
        </p:nvSpPr>
        <p:spPr>
          <a:xfrm xmlns:a="http://schemas.openxmlformats.org/drawingml/2006/main">
            <a:off x="137541"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xmlns:a="http://schemas.openxmlformats.org/drawingml/2006/main">
              <a:ext uri="{FF2B5EF4-FFF2-40B4-BE49-F238E27FC236}">
                <a16:creationId xmlns:a16="http://schemas.microsoft.com/office/drawing/2014/main" id="{813A41FF-9DF7-4115-B365-72A290DA0639}"/>
              </a:ext>
            </a:extLst>
          </p:cNvPr>
          <p:cNvSpPr>
            <a:spLocks xmlns:a="http://schemas.openxmlformats.org/drawingml/2006/main" noGrp="1"/>
          </p:cNvSpPr>
          <p:nvPr/>
        </p:nvSpPr>
        <p:spPr>
          <a:xfrm xmlns:a="http://schemas.openxmlformats.org/drawingml/2006/main">
            <a:off x="990314"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xmlns:a="http://schemas.openxmlformats.org/drawingml/2006/main">
              <a:ext uri="{FF2B5EF4-FFF2-40B4-BE49-F238E27FC236}">
                <a16:creationId xmlns:a16="http://schemas.microsoft.com/office/drawing/2014/main" id="{8575CC6F-4346-48F6-8E8F-7BA7CF11E1E0}"/>
              </a:ext>
            </a:extLst>
          </p:cNvPr>
          <p:cNvSpPr>
            <a:spLocks xmlns:a="http://schemas.openxmlformats.org/drawingml/2006/main" noGrp="1"/>
          </p:cNvSpPr>
          <p:nvPr/>
        </p:nvSpPr>
        <p:spPr>
          <a:xfrm xmlns:a="http://schemas.openxmlformats.org/drawingml/2006/main">
            <a:off x="563880"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xmlns:a="http://schemas.openxmlformats.org/drawingml/2006/main">
              <a:ext uri="{FF2B5EF4-FFF2-40B4-BE49-F238E27FC236}">
                <a16:creationId xmlns:a16="http://schemas.microsoft.com/office/drawing/2014/main" id="{1AF2C3AB-9733-44F9-9C20-A508BCB317BD}"/>
              </a:ext>
            </a:extLst>
          </p:cNvPr>
          <p:cNvSpPr>
            <a:spLocks xmlns:a="http://schemas.openxmlformats.org/drawingml/2006/main" noGrp="1"/>
          </p:cNvSpPr>
          <p:nvPr/>
        </p:nvSpPr>
        <p:spPr>
          <a:xfrm xmlns:a="http://schemas.openxmlformats.org/drawingml/2006/main">
            <a:off x="1416749"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xmlns:a="http://schemas.openxmlformats.org/drawingml/2006/main">
              <a:ext uri="{FF2B5EF4-FFF2-40B4-BE49-F238E27FC236}">
                <a16:creationId xmlns:a16="http://schemas.microsoft.com/office/drawing/2014/main" id="{14C5C638-E585-4A67-A7CC-F20C33B33C6F}"/>
              </a:ext>
            </a:extLst>
          </p:cNvPr>
          <p:cNvSpPr>
            <a:spLocks xmlns:a="http://schemas.openxmlformats.org/drawingml/2006/main" noGrp="1"/>
          </p:cNvSpPr>
          <p:nvPr/>
        </p:nvSpPr>
        <p:spPr>
          <a:xfrm xmlns:a="http://schemas.openxmlformats.org/drawingml/2006/main">
            <a:off x="1843088"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xmlns:a="http://schemas.openxmlformats.org/drawingml/2006/main">
              <a:ext uri="{FF2B5EF4-FFF2-40B4-BE49-F238E27FC236}">
                <a16:creationId xmlns:a16="http://schemas.microsoft.com/office/drawing/2014/main" id="{F1333136-F1A8-4260-92BE-552F2B7CB04F}"/>
              </a:ext>
            </a:extLst>
          </p:cNvPr>
          <p:cNvSpPr>
            <a:spLocks xmlns:a="http://schemas.openxmlformats.org/drawingml/2006/main" noGrp="1"/>
          </p:cNvSpPr>
          <p:nvPr/>
        </p:nvSpPr>
        <p:spPr>
          <a:xfrm xmlns:a="http://schemas.openxmlformats.org/drawingml/2006/main">
            <a:off x="134303" y="4785551"/>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2000" b="0" spc="100">
                <a:solidFill>
                  <a:srgbClr val="FFFFFF"/>
                </a:solidFill>
                <a:latin typeface="Futura"/>
                <a:ea typeface="Futura"/>
                <a:cs typeface="Futura"/>
              </a:defRPr>
            </a:lvl1pPr>
          </a:lstStyle>
          <a:p xmlns:a="http://schemas.openxmlformats.org/drawingml/2006/main">
            <a:r>
              <a:rPr sz="1000">
                <a:latin typeface="Arial"/>
                <a:ea typeface="Arial"/>
                <a:cs typeface="Arial"/>
              </a:rPr>
              <a:t>Social Network</a:t>
            </a:r>
          </a:p>
        </p:txBody>
      </p:sp>
      <p:sp>
        <p:nvSpPr>
          <p:cNvPr id="120" name="Rechteck">
            <a:extLst xmlns:a="http://schemas.openxmlformats.org/drawingml/2006/main">
              <a:ext uri="{FF2B5EF4-FFF2-40B4-BE49-F238E27FC236}">
                <a16:creationId xmlns:a16="http://schemas.microsoft.com/office/drawing/2014/main" id="{82877763-BFF5-457A-A6AF-6232ABA92FB1}"/>
              </a:ext>
            </a:extLst>
          </p:cNvPr>
          <p:cNvSpPr>
            <a:spLocks xmlns:a="http://schemas.openxmlformats.org/drawingml/2006/main" noGrp="1"/>
          </p:cNvSpPr>
          <p:nvPr/>
        </p:nvSpPr>
        <p:spPr>
          <a:xfrm xmlns:a="http://schemas.openxmlformats.org/drawingml/2006/main">
            <a:off x="137541"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xmlns:a="http://schemas.openxmlformats.org/drawingml/2006/main">
              <a:ext uri="{FF2B5EF4-FFF2-40B4-BE49-F238E27FC236}">
                <a16:creationId xmlns:a16="http://schemas.microsoft.com/office/drawing/2014/main" id="{8A2CD27C-2697-411B-8B68-CA001240C03D}"/>
              </a:ext>
            </a:extLst>
          </p:cNvPr>
          <p:cNvSpPr>
            <a:spLocks xmlns:a="http://schemas.openxmlformats.org/drawingml/2006/main" noGrp="1"/>
          </p:cNvSpPr>
          <p:nvPr/>
        </p:nvSpPr>
        <p:spPr>
          <a:xfrm xmlns:a="http://schemas.openxmlformats.org/drawingml/2006/main">
            <a:off x="990314"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xmlns:a="http://schemas.openxmlformats.org/drawingml/2006/main">
              <a:ext uri="{FF2B5EF4-FFF2-40B4-BE49-F238E27FC236}">
                <a16:creationId xmlns:a16="http://schemas.microsoft.com/office/drawing/2014/main" id="{993DFD79-B749-439C-AB0E-7D54E7EA0F1D}"/>
              </a:ext>
            </a:extLst>
          </p:cNvPr>
          <p:cNvSpPr>
            <a:spLocks xmlns:a="http://schemas.openxmlformats.org/drawingml/2006/main" noGrp="1"/>
          </p:cNvSpPr>
          <p:nvPr/>
        </p:nvSpPr>
        <p:spPr>
          <a:xfrm xmlns:a="http://schemas.openxmlformats.org/drawingml/2006/main">
            <a:off x="563880"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xmlns:a="http://schemas.openxmlformats.org/drawingml/2006/main">
              <a:ext uri="{FF2B5EF4-FFF2-40B4-BE49-F238E27FC236}">
                <a16:creationId xmlns:a16="http://schemas.microsoft.com/office/drawing/2014/main" id="{8AEFA1C4-374D-414C-835E-795152424B48}"/>
              </a:ext>
            </a:extLst>
          </p:cNvPr>
          <p:cNvSpPr>
            <a:spLocks xmlns:a="http://schemas.openxmlformats.org/drawingml/2006/main" noGrp="1"/>
          </p:cNvSpPr>
          <p:nvPr/>
        </p:nvSpPr>
        <p:spPr>
          <a:xfrm xmlns:a="http://schemas.openxmlformats.org/drawingml/2006/main">
            <a:off x="1416749"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xmlns:a="http://schemas.openxmlformats.org/drawingml/2006/main">
              <a:ext uri="{FF2B5EF4-FFF2-40B4-BE49-F238E27FC236}">
                <a16:creationId xmlns:a16="http://schemas.microsoft.com/office/drawing/2014/main" id="{F213A40E-63A3-4EFA-9928-B064883278CA}"/>
              </a:ext>
            </a:extLst>
          </p:cNvPr>
          <p:cNvSpPr>
            <a:spLocks xmlns:a="http://schemas.openxmlformats.org/drawingml/2006/main" noGrp="1"/>
          </p:cNvSpPr>
          <p:nvPr/>
        </p:nvSpPr>
        <p:spPr>
          <a:xfrm xmlns:a="http://schemas.openxmlformats.org/drawingml/2006/main">
            <a:off x="1843088"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xmlns:a="http://schemas.openxmlformats.org/drawingml/2006/main">
              <a:ext uri="{FF2B5EF4-FFF2-40B4-BE49-F238E27FC236}">
                <a16:creationId xmlns:a16="http://schemas.microsoft.com/office/drawing/2014/main" id="{FB0FBFAF-C580-4C89-ACB6-131CCB98D2F8}"/>
              </a:ext>
            </a:extLst>
          </p:cNvPr>
          <p:cNvSpPr>
            <a:spLocks xmlns:a="http://schemas.openxmlformats.org/drawingml/2006/main" noGrp="1"/>
          </p:cNvSpPr>
          <p:nvPr/>
        </p:nvSpPr>
        <p:spPr>
          <a:xfrm xmlns:a="http://schemas.openxmlformats.org/drawingml/2006/main">
            <a:off x="0" y="1474661"/>
            <a:ext cx="2526030" cy="81248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126" name="Alter">
            <a:extLst xmlns:a="http://schemas.openxmlformats.org/drawingml/2006/main">
              <a:ext uri="{FF2B5EF4-FFF2-40B4-BE49-F238E27FC236}">
                <a16:creationId xmlns:a16="http://schemas.microsoft.com/office/drawing/2014/main" id="{82D282F1-200E-47BC-AE96-45EF9528BF33}"/>
              </a:ext>
            </a:extLst>
          </p:cNvPr>
          <p:cNvSpPr>
            <a:spLocks xmlns:a="http://schemas.openxmlformats.org/drawingml/2006/main" noGrp="1"/>
          </p:cNvSpPr>
          <p:nvPr/>
        </p:nvSpPr>
        <p:spPr>
          <a:xfrm xmlns:a="http://schemas.openxmlformats.org/drawingml/2006/main">
            <a:off x="95250" y="1404652"/>
            <a:ext cx="2219325" cy="289560"/>
          </a:xfrm>
          <a:prstGeom xmlns:a="http://schemas.openxmlformats.org/drawingml/2006/main" prst="rect">
            <a:avLst/>
          </a:prstGeom>
          <a:ln xmlns:a="http://schemas.openxmlformats.org/drawingml/2006/main" w="3175"/>
        </p:spPr>
        <p:txBody>
          <a:bodyPr xmlns:a="http://schemas.openxmlformats.org/drawingml/2006/main" wrap="square" lIns="19050" tIns="19050" rIns="19050" bIns="19050" anchor="t">
            <a:spAutoFit/>
          </a:bodyPr>
          <a:lstStyle xmlns:a="http://schemas.openxmlformats.org/drawingml/2006/main">
            <a:defPPr>
              <a:defRPr sz="165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650">
                <a:solidFill>
                  <a:srgbClr val="132B3B"/>
                </a:solidFill>
                <a:latin typeface="Arial"/>
                <a:ea typeface="Arial"/>
                <a:cs typeface="Arial"/>
              </a:defRPr>
            </a:lvl2pPr>
            <a:lvl3pPr>
              <a:defRPr sz="1650">
                <a:solidFill>
                  <a:srgbClr val="132B3B"/>
                </a:solidFill>
                <a:latin typeface="Arial"/>
                <a:ea typeface="Arial"/>
                <a:cs typeface="Arial"/>
              </a:defRPr>
            </a:lvl3pPr>
            <a:lvl4pPr>
              <a:defRPr sz="1650">
                <a:solidFill>
                  <a:srgbClr val="132B3B"/>
                </a:solidFill>
                <a:latin typeface="Arial"/>
                <a:ea typeface="Arial"/>
                <a:cs typeface="Arial"/>
              </a:defRPr>
            </a:lvl4pPr>
            <a:lvl5pPr>
              <a:defRPr sz="1650">
                <a:solidFill>
                  <a:srgbClr val="132B3B"/>
                </a:solidFill>
                <a:latin typeface="Arial"/>
                <a:ea typeface="Arial"/>
                <a:cs typeface="Arial"/>
              </a:defRPr>
            </a:lvl5pPr>
            <a:lvl6pPr>
              <a:defRPr sz="1650">
                <a:solidFill>
                  <a:srgbClr val="132B3B"/>
                </a:solidFill>
                <a:latin typeface="Arial"/>
                <a:ea typeface="Arial"/>
                <a:cs typeface="Arial"/>
              </a:defRPr>
            </a:lvl6pPr>
            <a:lvl7pPr>
              <a:defRPr sz="1650">
                <a:solidFill>
                  <a:srgbClr val="132B3B"/>
                </a:solidFill>
                <a:latin typeface="Arial"/>
                <a:ea typeface="Arial"/>
                <a:cs typeface="Arial"/>
              </a:defRPr>
            </a:lvl7pPr>
            <a:lvl8pPr>
              <a:defRPr sz="1650">
                <a:solidFill>
                  <a:srgbClr val="132B3B"/>
                </a:solidFill>
                <a:latin typeface="Arial"/>
                <a:ea typeface="Arial"/>
                <a:cs typeface="Arial"/>
              </a:defRPr>
            </a:lvl8pPr>
            <a:lvl9pPr>
              <a:defRPr sz="1650">
                <a:solidFill>
                  <a:srgbClr val="132B3B"/>
                </a:solidFill>
                <a:latin typeface="Arial"/>
                <a:ea typeface="Arial"/>
                <a:cs typeface="Arial"/>
              </a:defRPr>
            </a:lvl9pPr>
          </a:lstStyle>
          <a:p xmlns:a="http://schemas.openxmlformats.org/drawingml/2006/main">
            <a:pPr>
              <a:defRPr sz="1650">
                <a:solidFill>
                  <a:srgbClr val="132B3B"/>
                </a:solidFill>
                <a:latin typeface="Arial"/>
                <a:ea typeface="Arial"/>
                <a:cs typeface="Arial"/>
              </a:defRPr>
            </a:pPr>
            <a:r>
              <a:rPr sz="1650">
                <a:solidFill>
                  <a:srgbClr val="132B3B"/>
                </a:solidFill>
                <a:latin typeface="Arial"/>
                <a:ea typeface="Arial"/>
                <a:cs typeface="Arial"/>
              </a:rPr>
              <a:t>Zeki Müller</a:t>
            </a:r>
          </a:p>
        </p:txBody>
      </p:sp>
      <p:sp>
        <p:nvSpPr>
          <p:cNvPr id="127" name="Alter">
            <a:extLst xmlns:a="http://schemas.openxmlformats.org/drawingml/2006/main">
              <a:ext uri="{FF2B5EF4-FFF2-40B4-BE49-F238E27FC236}">
                <a16:creationId xmlns:a16="http://schemas.microsoft.com/office/drawing/2014/main" id="{11BB9D78-05FB-4E72-84FD-82AEFE511AA8}"/>
              </a:ext>
            </a:extLst>
          </p:cNvPr>
          <p:cNvSpPr>
            <a:spLocks xmlns:a="http://schemas.openxmlformats.org/drawingml/2006/main" noGrp="1"/>
          </p:cNvSpPr>
          <p:nvPr/>
        </p:nvSpPr>
        <p:spPr>
          <a:xfrm xmlns:a="http://schemas.openxmlformats.org/drawingml/2006/main">
            <a:off x="95250" y="1759268"/>
            <a:ext cx="921353"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Bauarbeiter</a:t>
            </a:r>
          </a:p>
        </p:txBody>
      </p:sp>
      <p:sp>
        <p:nvSpPr>
          <p:cNvPr id="128" name="Alter">
            <a:extLst xmlns:a="http://schemas.openxmlformats.org/drawingml/2006/main">
              <a:ext uri="{FF2B5EF4-FFF2-40B4-BE49-F238E27FC236}">
                <a16:creationId xmlns:a16="http://schemas.microsoft.com/office/drawing/2014/main" id="{64604045-0650-4147-8288-58A2687C8947}"/>
              </a:ext>
            </a:extLst>
          </p:cNvPr>
          <p:cNvSpPr>
            <a:spLocks xmlns:a="http://schemas.openxmlformats.org/drawingml/2006/main" noGrp="1"/>
          </p:cNvSpPr>
          <p:nvPr/>
        </p:nvSpPr>
        <p:spPr>
          <a:xfrm xmlns:a="http://schemas.openxmlformats.org/drawingml/2006/main">
            <a:off x="95250" y="2025587"/>
            <a:ext cx="1556671"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Gelegenheitsspieler</a:t>
            </a:r>
          </a:p>
        </p:txBody>
      </p:sp>
      <p:sp>
        <p:nvSpPr>
          <p:cNvPr id="129" name="Rechteck">
            <a:extLst xmlns:a="http://schemas.openxmlformats.org/drawingml/2006/main">
              <a:ext uri="{FF2B5EF4-FFF2-40B4-BE49-F238E27FC236}">
                <a16:creationId xmlns:a16="http://schemas.microsoft.com/office/drawing/2014/main" id="{3F0810EF-5BC7-4BD1-8421-E11BF336FF35}"/>
              </a:ext>
            </a:extLst>
          </p:cNvPr>
          <p:cNvSpPr>
            <a:spLocks xmlns:a="http://schemas.openxmlformats.org/drawingml/2006/main" noGrp="1"/>
          </p:cNvSpPr>
          <p:nvPr/>
        </p:nvSpPr>
        <p:spPr>
          <a:xfrm xmlns:a="http://schemas.openxmlformats.org/drawingml/2006/main">
            <a:off x="2565845" y="737140"/>
            <a:ext cx="4292156" cy="633317"/>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42" name="Alter">
            <a:extLst xmlns:a="http://schemas.openxmlformats.org/drawingml/2006/main">
              <a:ext uri="{FF2B5EF4-FFF2-40B4-BE49-F238E27FC236}">
                <a16:creationId xmlns:a16="http://schemas.microsoft.com/office/drawing/2014/main" id="{E9D5841D-B961-4677-ADD2-ED747BCE5EF2}"/>
              </a:ext>
            </a:extLst>
          </p:cNvPr>
          <p:cNvSpPr>
            <a:spLocks xmlns:a="http://schemas.openxmlformats.org/drawingml/2006/main" noGrp="1"/>
          </p:cNvSpPr>
          <p:nvPr/>
        </p:nvSpPr>
        <p:spPr>
          <a:xfrm xmlns:a="http://schemas.openxmlformats.org/drawingml/2006/main">
            <a:off x="2724150" y="990600"/>
            <a:ext cx="11430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38</a:t>
            </a:r>
          </a:p>
        </p:txBody>
      </p:sp>
      <p:sp>
        <p:nvSpPr>
          <p:cNvPr id="43" name="Wohnort">
            <a:extLst xmlns:a="http://schemas.openxmlformats.org/drawingml/2006/main">
              <a:ext uri="{FF2B5EF4-FFF2-40B4-BE49-F238E27FC236}">
                <a16:creationId xmlns:a16="http://schemas.microsoft.com/office/drawing/2014/main" id="{B4B6DA3A-CE7A-4C1A-82F7-A06F4FEF286E}"/>
              </a:ext>
            </a:extLst>
          </p:cNvPr>
          <p:cNvSpPr>
            <a:spLocks xmlns:a="http://schemas.openxmlformats.org/drawingml/2006/main" noGrp="1"/>
          </p:cNvSpPr>
          <p:nvPr/>
        </p:nvSpPr>
        <p:spPr>
          <a:xfrm xmlns:a="http://schemas.openxmlformats.org/drawingml/2006/main">
            <a:off x="3962400" y="990600"/>
            <a:ext cx="12954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Bern</a:t>
            </a:r>
          </a:p>
        </p:txBody>
      </p:sp>
      <p:sp>
        <p:nvSpPr>
          <p:cNvPr id="44" name="Familienstatus">
            <a:extLst xmlns:a="http://schemas.openxmlformats.org/drawingml/2006/main">
              <a:ext uri="{FF2B5EF4-FFF2-40B4-BE49-F238E27FC236}">
                <a16:creationId xmlns:a16="http://schemas.microsoft.com/office/drawing/2014/main" id="{0EAEA570-8D74-43FC-8C79-3B6AD5E1ABED}"/>
              </a:ext>
            </a:extLst>
          </p:cNvPr>
          <p:cNvSpPr>
            <a:spLocks xmlns:a="http://schemas.openxmlformats.org/drawingml/2006/main" noGrp="1"/>
          </p:cNvSpPr>
          <p:nvPr/>
        </p:nvSpPr>
        <p:spPr>
          <a:xfrm xmlns:a="http://schemas.openxmlformats.org/drawingml/2006/main">
            <a:off x="5314950" y="990600"/>
            <a:ext cx="13335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Single</a:t>
            </a:r>
          </a:p>
        </p:txBody>
      </p:sp>
      <p:sp>
        <p:nvSpPr>
          <p:cNvPr id="130" name="Alter">
            <a:extLst xmlns:a="http://schemas.openxmlformats.org/drawingml/2006/main">
              <a:ext uri="{FF2B5EF4-FFF2-40B4-BE49-F238E27FC236}">
                <a16:creationId xmlns:a16="http://schemas.microsoft.com/office/drawing/2014/main" id="{F5FC5F0C-C18F-4BAA-A0B3-F18DFEB8F87B}"/>
              </a:ext>
            </a:extLst>
          </p:cNvPr>
          <p:cNvSpPr>
            <a:spLocks xmlns:a="http://schemas.openxmlformats.org/drawingml/2006/main" noGrp="1"/>
          </p:cNvSpPr>
          <p:nvPr/>
        </p:nvSpPr>
        <p:spPr>
          <a:xfrm xmlns:a="http://schemas.openxmlformats.org/drawingml/2006/main">
            <a:off x="1002697" y="1128808"/>
            <a:ext cx="358902" cy="25908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lgn="l">
              <a:buNone/>
              <a:defRPr sz="1500" b="0" spc="75">
                <a:solidFill>
                  <a:srgbClr val="FFFFFF"/>
                </a:solidFill>
                <a:latin typeface="Futura"/>
                <a:ea typeface="Futura"/>
                <a:cs typeface="Futura"/>
              </a:defRPr>
            </a:lvl1pPr>
          </a:lstStyle>
          <a:p xmlns:a="http://schemas.openxmlformats.org/drawingml/2006/main">
            <a:r>
              <a:rPr sz="1200">
                <a:latin typeface="Arial"/>
                <a:ea typeface="Arial"/>
                <a:cs typeface="Arial"/>
              </a:rPr>
              <a:t>Bild</a:t>
            </a:r>
          </a:p>
        </p:txBody>
      </p:sp>
      <p:sp>
        <p:nvSpPr>
          <p:cNvPr id="133" name="Digitale Fähigkeiten">
            <a:extLst xmlns:a="http://schemas.openxmlformats.org/drawingml/2006/main">
              <a:ext uri="{FF2B5EF4-FFF2-40B4-BE49-F238E27FC236}">
                <a16:creationId xmlns:a16="http://schemas.microsoft.com/office/drawing/2014/main" id="{95639156-22EA-4C71-9604-82EE6697CA59}"/>
              </a:ext>
            </a:extLst>
          </p:cNvPr>
          <p:cNvSpPr>
            <a:spLocks xmlns:a="http://schemas.openxmlformats.org/drawingml/2006/main" noGrp="1"/>
          </p:cNvSpPr>
          <p:nvPr/>
        </p:nvSpPr>
        <p:spPr>
          <a:xfrm xmlns:a="http://schemas.openxmlformats.org/drawingml/2006/main">
            <a:off x="106013" y="3408617"/>
            <a:ext cx="1878933"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Digitale Fähigkeiten</a:t>
            </a:r>
          </a:p>
        </p:txBody>
      </p:sp>
      <p:sp>
        <p:nvSpPr>
          <p:cNvPr id="137" name="Digitale Fähigkeiten">
            <a:extLst xmlns:a="http://schemas.openxmlformats.org/drawingml/2006/main">
              <a:ext uri="{FF2B5EF4-FFF2-40B4-BE49-F238E27FC236}">
                <a16:creationId xmlns:a16="http://schemas.microsoft.com/office/drawing/2014/main" id="{CC16A71D-C474-48D6-B981-443BBB56BFFC}"/>
              </a:ext>
            </a:extLst>
          </p:cNvPr>
          <p:cNvSpPr>
            <a:spLocks xmlns:a="http://schemas.openxmlformats.org/drawingml/2006/main" noGrp="1"/>
          </p:cNvSpPr>
          <p:nvPr/>
        </p:nvSpPr>
        <p:spPr>
          <a:xfrm xmlns:a="http://schemas.openxmlformats.org/drawingml/2006/main">
            <a:off x="79915" y="5241798"/>
            <a:ext cx="1347915"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Persönlichkeit</a:t>
            </a:r>
          </a:p>
        </p:txBody>
      </p:sp>
      <p:sp>
        <p:nvSpPr>
          <p:cNvPr id="142" name="„Kurzbeschreibung in Form eines Zitats. Wie würde sich unsere Persona selbst beschreiben?“">
            <a:extLst xmlns:a="http://schemas.openxmlformats.org/drawingml/2006/main">
              <a:ext uri="{FF2B5EF4-FFF2-40B4-BE49-F238E27FC236}">
                <a16:creationId xmlns:a16="http://schemas.microsoft.com/office/drawing/2014/main" id="{BBBCFEF8-EC0F-4D66-8148-8817A5F7ECFA}"/>
              </a:ext>
            </a:extLst>
          </p:cNvPr>
          <p:cNvSpPr>
            <a:spLocks xmlns:a="http://schemas.openxmlformats.org/drawingml/2006/main" noGrp="1"/>
          </p:cNvSpPr>
          <p:nvPr/>
        </p:nvSpPr>
        <p:spPr>
          <a:xfrm xmlns:a="http://schemas.openxmlformats.org/drawingml/2006/main">
            <a:off x="2724150" y="190500"/>
            <a:ext cx="3905250" cy="60960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200" b="0">
                <a:solidFill>
                  <a:srgbClr val="132B3B"/>
                </a:solidFill>
                <a:latin typeface="Avenir Book Oblique"/>
                <a:ea typeface="Avenir Book Oblique"/>
                <a:cs typeface="Avenir Book Oblique"/>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„Ich will schnell sehen, welche Spiele verfügbar sind.“</a:t>
            </a:r>
          </a:p>
        </p:txBody>
      </p:sp>
      <p:sp>
        <p:nvSpPr>
          <p:cNvPr id="146" name="Szenario/Bio">
            <a:extLst xmlns:a="http://schemas.openxmlformats.org/drawingml/2006/main">
              <a:ext uri="{FF2B5EF4-FFF2-40B4-BE49-F238E27FC236}">
                <a16:creationId xmlns:a16="http://schemas.microsoft.com/office/drawing/2014/main" id="{2EA78725-E414-45A0-B0B0-77706EA3C96E}"/>
              </a:ext>
            </a:extLst>
          </p:cNvPr>
          <p:cNvSpPr>
            <a:spLocks xmlns:a="http://schemas.openxmlformats.org/drawingml/2006/main" noGrp="1"/>
          </p:cNvSpPr>
          <p:nvPr/>
        </p:nvSpPr>
        <p:spPr>
          <a:xfrm xmlns:a="http://schemas.openxmlformats.org/drawingml/2006/main">
            <a:off x="2599373" y="1356265"/>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2A108906-8453-449A-9AC4-F3A016E1F1C2}"/>
              </a:ext>
            </a:extLst>
          </p:cNvPr>
          <p:cNvSpPr>
            <a:spLocks xmlns:a="http://schemas.openxmlformats.org/drawingml/2006/main" noGrp="1"/>
          </p:cNvSpPr>
          <p:nvPr/>
        </p:nvSpPr>
        <p:spPr>
          <a:xfrm xmlns:a="http://schemas.openxmlformats.org/drawingml/2006/main">
            <a:off x="2613851" y="1634300"/>
            <a:ext cx="4244150"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Zeki ist 38, arbeitet auf dem Bau und spielt gelegentlich am Laptop oder Smartphone. Er möchte ohne lange Einführung direkt ein passendes Spiel auswählen.</a:t>
            </a:r>
          </a:p>
        </p:txBody>
      </p:sp>
      <p:pic>
        <p:nvPicPr>
          <p:cNvPr id="294" name="Grafik 160">
            <a:extLst xmlns:a="http://schemas.openxmlformats.org/drawingml/2006/main">
              <a:ext uri="{FF2B5EF4-FFF2-40B4-BE49-F238E27FC236}">
                <a16:creationId xmlns:a16="http://schemas.microsoft.com/office/drawing/2014/main" id="{10225E79-D0E2-4405-BE5C-F1292485171B}"/>
              </a:ext>
            </a:extLst>
          </p:cNvPr>
          <p:cNvPicPr>
            <a:picLocks xmlns:a="http://schemas.openxmlformats.org/drawingml/2006/main" noChangeAspect="1"/>
          </p:cNvPicPr>
          <p:nvPr/>
        </p:nvPicPr>
        <p:blipFill>
          <a:blip xmlns:r="http://schemas.openxmlformats.org/officeDocument/2006/relationships" xmlns:a="http://schemas.openxmlformats.org/drawingml/2006/main" r:embed="R05b6a6f5784b4e5a"/>
          <a:stretch xmlns:a="http://schemas.openxmlformats.org/drawingml/2006/main">
            <a:fillRect l="0" t="0" r="0" b="0"/>
          </a:stretch>
        </p:blipFill>
        <p:spPr>
          <a:xfrm xmlns:a="http://schemas.openxmlformats.org/drawingml/2006/main">
            <a:off x="199459" y="7886105"/>
            <a:ext cx="361188" cy="361188"/>
          </a:xfrm>
          <a:prstGeom xmlns:a="http://schemas.openxmlformats.org/drawingml/2006/main" prst="rect">
            <a:avLst/>
          </a:prstGeom>
        </p:spPr>
      </p:pic>
      <p:pic>
        <p:nvPicPr>
          <p:cNvPr id="295" name="Grafik 162">
            <a:extLst xmlns:a="http://schemas.openxmlformats.org/drawingml/2006/main">
              <a:ext uri="{FF2B5EF4-FFF2-40B4-BE49-F238E27FC236}">
                <a16:creationId xmlns:a16="http://schemas.microsoft.com/office/drawing/2014/main" id="{678A9EF7-BD3A-4F38-A1E4-0E763285A5F1}"/>
              </a:ext>
            </a:extLst>
          </p:cNvPr>
          <p:cNvPicPr>
            <a:picLocks xmlns:a="http://schemas.openxmlformats.org/drawingml/2006/main" noChangeAspect="1"/>
          </p:cNvPicPr>
          <p:nvPr/>
        </p:nvPicPr>
        <p:blipFill>
          <a:blip xmlns:r="http://schemas.openxmlformats.org/officeDocument/2006/relationships" xmlns:a="http://schemas.openxmlformats.org/drawingml/2006/main" r:embed="Rcbd14568d367453a"/>
          <a:stretch xmlns:a="http://schemas.openxmlformats.org/drawingml/2006/main">
            <a:fillRect l="0" t="0" r="0" b="0"/>
          </a:stretch>
        </p:blipFill>
        <p:spPr>
          <a:xfrm xmlns:a="http://schemas.openxmlformats.org/drawingml/2006/main">
            <a:off x="626967" y="7892982"/>
            <a:ext cx="361188" cy="361188"/>
          </a:xfrm>
          <a:prstGeom xmlns:a="http://schemas.openxmlformats.org/drawingml/2006/main" prst="rect">
            <a:avLst/>
          </a:prstGeom>
        </p:spPr>
      </p:pic>
      <p:sp>
        <p:nvSpPr>
          <p:cNvPr id="170" name="Digitale Fähigkeiten">
            <a:extLst xmlns:a="http://schemas.openxmlformats.org/drawingml/2006/main">
              <a:ext uri="{FF2B5EF4-FFF2-40B4-BE49-F238E27FC236}">
                <a16:creationId xmlns:a16="http://schemas.microsoft.com/office/drawing/2014/main" id="{821DEF16-F116-4C22-BE2F-DF356BBE6A40}"/>
              </a:ext>
            </a:extLst>
          </p:cNvPr>
          <p:cNvSpPr>
            <a:spLocks xmlns:a="http://schemas.openxmlformats.org/drawingml/2006/main" noGrp="1"/>
          </p:cNvSpPr>
          <p:nvPr/>
        </p:nvSpPr>
        <p:spPr>
          <a:xfrm xmlns:a="http://schemas.openxmlformats.org/drawingml/2006/main">
            <a:off x="100203" y="2325719"/>
            <a:ext cx="1152080"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Technologie</a:t>
            </a:r>
          </a:p>
        </p:txBody>
      </p:sp>
      <p:pic>
        <p:nvPicPr>
          <p:cNvPr id="297" name="Grafik 173">
            <a:extLst xmlns:a="http://schemas.openxmlformats.org/drawingml/2006/main">
              <a:ext uri="{FF2B5EF4-FFF2-40B4-BE49-F238E27FC236}">
                <a16:creationId xmlns:a16="http://schemas.microsoft.com/office/drawing/2014/main" id="{6F9DA161-1A08-4A08-84D0-F59546D7F45C}"/>
              </a:ext>
            </a:extLst>
          </p:cNvPr>
          <p:cNvPicPr>
            <a:picLocks xmlns:a="http://schemas.openxmlformats.org/drawingml/2006/main" noChangeAspect="1"/>
          </p:cNvPicPr>
          <p:nvPr/>
        </p:nvPicPr>
        <p:blipFill>
          <a:blip xmlns:r="http://schemas.openxmlformats.org/officeDocument/2006/relationships" xmlns:a="http://schemas.openxmlformats.org/drawingml/2006/main" r:embed="Rb280bf62cde042d3"/>
          <a:stretch xmlns:a="http://schemas.openxmlformats.org/drawingml/2006/main">
            <a:fillRect l="0" t="0" r="0" b="0"/>
          </a:stretch>
        </p:blipFill>
        <p:spPr>
          <a:xfrm xmlns:a="http://schemas.openxmlformats.org/drawingml/2006/main">
            <a:off x="592464" y="3001156"/>
            <a:ext cx="361188" cy="361188"/>
          </a:xfrm>
          <a:prstGeom xmlns:a="http://schemas.openxmlformats.org/drawingml/2006/main" prst="rect">
            <a:avLst/>
          </a:prstGeom>
        </p:spPr>
      </p:pic>
      <p:pic>
        <p:nvPicPr>
          <p:cNvPr id="298" name="Grafik 175">
            <a:extLst xmlns:a="http://schemas.openxmlformats.org/drawingml/2006/main">
              <a:ext uri="{FF2B5EF4-FFF2-40B4-BE49-F238E27FC236}">
                <a16:creationId xmlns:a16="http://schemas.microsoft.com/office/drawing/2014/main" id="{30BCA3E2-63AF-4437-AC2E-B73DA8EC1E90}"/>
              </a:ext>
            </a:extLst>
          </p:cNvPr>
          <p:cNvPicPr>
            <a:picLocks xmlns:a="http://schemas.openxmlformats.org/drawingml/2006/main" noChangeAspect="1"/>
          </p:cNvPicPr>
          <p:nvPr/>
        </p:nvPicPr>
        <p:blipFill>
          <a:blip xmlns:r="http://schemas.openxmlformats.org/officeDocument/2006/relationships" xmlns:a="http://schemas.openxmlformats.org/drawingml/2006/main" r:embed="Rc12b26cb9d1548dc"/>
          <a:stretch xmlns:a="http://schemas.openxmlformats.org/drawingml/2006/main">
            <a:fillRect l="0" t="0" r="0" b="0"/>
          </a:stretch>
        </p:blipFill>
        <p:spPr>
          <a:xfrm xmlns:a="http://schemas.openxmlformats.org/drawingml/2006/main">
            <a:off x="140377" y="2993905"/>
            <a:ext cx="361188" cy="361188"/>
          </a:xfrm>
          <a:prstGeom xmlns:a="http://schemas.openxmlformats.org/drawingml/2006/main" prst="rect">
            <a:avLst/>
          </a:prstGeom>
        </p:spPr>
      </p:pic>
      <p:sp>
        <p:nvSpPr>
          <p:cNvPr id="178" name="Digitale Fähigkeiten">
            <a:extLst xmlns:a="http://schemas.openxmlformats.org/drawingml/2006/main">
              <a:ext uri="{FF2B5EF4-FFF2-40B4-BE49-F238E27FC236}">
                <a16:creationId xmlns:a16="http://schemas.microsoft.com/office/drawing/2014/main" id="{82A58D85-42C8-48A9-A00B-31BE53B3F5C8}"/>
              </a:ext>
            </a:extLst>
          </p:cNvPr>
          <p:cNvSpPr>
            <a:spLocks xmlns:a="http://schemas.openxmlformats.org/drawingml/2006/main" noGrp="1"/>
          </p:cNvSpPr>
          <p:nvPr/>
        </p:nvSpPr>
        <p:spPr>
          <a:xfrm xmlns:a="http://schemas.openxmlformats.org/drawingml/2006/main">
            <a:off x="136017" y="7552277"/>
            <a:ext cx="804481"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Browser</a:t>
            </a:r>
          </a:p>
        </p:txBody>
      </p:sp>
      <p:sp>
        <p:nvSpPr>
          <p:cNvPr id="179" name="Digitale Fähigkeiten">
            <a:extLst xmlns:a="http://schemas.openxmlformats.org/drawingml/2006/main">
              <a:ext uri="{FF2B5EF4-FFF2-40B4-BE49-F238E27FC236}">
                <a16:creationId xmlns:a16="http://schemas.microsoft.com/office/drawing/2014/main" id="{656CB1C1-874D-46D5-BD82-E2CBE1600F4C}"/>
              </a:ext>
            </a:extLst>
          </p:cNvPr>
          <p:cNvSpPr>
            <a:spLocks xmlns:a="http://schemas.openxmlformats.org/drawingml/2006/main" noGrp="1"/>
          </p:cNvSpPr>
          <p:nvPr/>
        </p:nvSpPr>
        <p:spPr>
          <a:xfrm xmlns:a="http://schemas.openxmlformats.org/drawingml/2006/main">
            <a:off x="128016" y="8343995"/>
            <a:ext cx="1241044"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Appsnutzung</a:t>
            </a:r>
          </a:p>
        </p:txBody>
      </p:sp>
      <p:pic>
        <p:nvPicPr>
          <p:cNvPr id="301" name="Grafik 1">
            <a:extLst xmlns:a="http://schemas.openxmlformats.org/drawingml/2006/main">
              <a:ext uri="{FF2B5EF4-FFF2-40B4-BE49-F238E27FC236}">
                <a16:creationId xmlns:a16="http://schemas.microsoft.com/office/drawing/2014/main" id="{EC5451B2-A29D-4DB2-B8D0-A4DD1A74D3E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740216f329490f"/>
          <a:srcRect xmlns:a="http://schemas.openxmlformats.org/drawingml/2006/main" l="5056" t="0" r="2842" b="26108"/>
          <a:stretch xmlns:a="http://schemas.openxmlformats.org/drawingml/2006/main"/>
        </p:blipFill>
        <p:spPr>
          <a:xfrm xmlns:a="http://schemas.openxmlformats.org/drawingml/2006/main">
            <a:off x="527697" y="25990"/>
            <a:ext cx="1414025" cy="1422240"/>
          </a:xfrm>
          <a:prstGeom xmlns:a="http://schemas.openxmlformats.org/drawingml/2006/main" prst="ellipse">
            <a:avLst/>
          </a:prstGeom>
        </p:spPr>
      </p:pic>
      <p:sp>
        <p:nvSpPr>
          <p:cNvPr id="6" name="Szenario/Bio">
            <a:extLst xmlns:a="http://schemas.openxmlformats.org/drawingml/2006/main">
              <a:ext uri="{FF2B5EF4-FFF2-40B4-BE49-F238E27FC236}">
                <a16:creationId xmlns:a16="http://schemas.microsoft.com/office/drawing/2014/main" id="{19B5D88F-D6F4-35DA-290E-B77A78BB94ED}"/>
              </a:ext>
            </a:extLst>
          </p:cNvPr>
          <p:cNvSpPr>
            <a:spLocks xmlns:a="http://schemas.openxmlformats.org/drawingml/2006/main" noGrp="1"/>
          </p:cNvSpPr>
          <p:nvPr/>
        </p:nvSpPr>
        <p:spPr>
          <a:xfrm xmlns:a="http://schemas.openxmlformats.org/drawingml/2006/main">
            <a:off x="2622804" y="3216116"/>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Nutzungsgrund</a:t>
            </a:r>
          </a:p>
        </p:txBody>
      </p:sp>
      <p:sp>
        <p:nvSpPr>
          <p:cNvPr id="10"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8145438F-AFA1-819C-128B-49BE8B3EC5BE}"/>
              </a:ext>
            </a:extLst>
          </p:cNvPr>
          <p:cNvSpPr>
            <a:spLocks xmlns:a="http://schemas.openxmlformats.org/drawingml/2006/main" noGrp="1"/>
          </p:cNvSpPr>
          <p:nvPr/>
        </p:nvSpPr>
        <p:spPr>
          <a:xfrm xmlns:a="http://schemas.openxmlformats.org/drawingml/2006/main">
            <a:off x="2705291" y="3507391"/>
            <a:ext cx="3896201" cy="44196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Er besucht das Casino zur Unterhaltung und möchte Poker oder Roulette direkt auswählen können.</a:t>
            </a:r>
          </a:p>
        </p:txBody>
      </p:sp>
      <p:sp>
        <p:nvSpPr>
          <p:cNvPr id="13" name="Szenario/Bio">
            <a:extLst xmlns:a="http://schemas.openxmlformats.org/drawingml/2006/main">
              <a:ext uri="{FF2B5EF4-FFF2-40B4-BE49-F238E27FC236}">
                <a16:creationId xmlns:a16="http://schemas.microsoft.com/office/drawing/2014/main" id="{878967AB-0922-D62A-8D99-C3B3148A3483}"/>
              </a:ext>
            </a:extLst>
          </p:cNvPr>
          <p:cNvSpPr>
            <a:spLocks xmlns:a="http://schemas.openxmlformats.org/drawingml/2006/main" noGrp="1"/>
          </p:cNvSpPr>
          <p:nvPr/>
        </p:nvSpPr>
        <p:spPr>
          <a:xfrm xmlns:a="http://schemas.openxmlformats.org/drawingml/2006/main">
            <a:off x="2724150" y="5476875"/>
            <a:ext cx="3914775" cy="3238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425" b="1">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425" b="1">
                <a:solidFill>
                  <a:srgbClr val="132B3B"/>
                </a:solidFill>
                <a:latin typeface="Arial"/>
                <a:ea typeface="Arial"/>
                <a:cs typeface="Arial"/>
              </a:defRPr>
            </a:lvl2pPr>
            <a:lvl3pPr>
              <a:defRPr sz="1425" b="1">
                <a:solidFill>
                  <a:srgbClr val="132B3B"/>
                </a:solidFill>
                <a:latin typeface="Arial"/>
                <a:ea typeface="Arial"/>
                <a:cs typeface="Arial"/>
              </a:defRPr>
            </a:lvl3pPr>
            <a:lvl4pPr>
              <a:defRPr sz="1425" b="1">
                <a:solidFill>
                  <a:srgbClr val="132B3B"/>
                </a:solidFill>
                <a:latin typeface="Arial"/>
                <a:ea typeface="Arial"/>
                <a:cs typeface="Arial"/>
              </a:defRPr>
            </a:lvl4pPr>
            <a:lvl5pPr>
              <a:defRPr sz="1425" b="1">
                <a:solidFill>
                  <a:srgbClr val="132B3B"/>
                </a:solidFill>
                <a:latin typeface="Arial"/>
                <a:ea typeface="Arial"/>
                <a:cs typeface="Arial"/>
              </a:defRPr>
            </a:lvl5pPr>
            <a:lvl6pPr>
              <a:defRPr sz="1425" b="1">
                <a:solidFill>
                  <a:srgbClr val="132B3B"/>
                </a:solidFill>
                <a:latin typeface="Arial"/>
                <a:ea typeface="Arial"/>
                <a:cs typeface="Arial"/>
              </a:defRPr>
            </a:lvl6pPr>
            <a:lvl7pPr>
              <a:defRPr sz="1425" b="1">
                <a:solidFill>
                  <a:srgbClr val="132B3B"/>
                </a:solidFill>
                <a:latin typeface="Arial"/>
                <a:ea typeface="Arial"/>
                <a:cs typeface="Arial"/>
              </a:defRPr>
            </a:lvl7pPr>
            <a:lvl8pPr>
              <a:defRPr sz="1425" b="1">
                <a:solidFill>
                  <a:srgbClr val="132B3B"/>
                </a:solidFill>
                <a:latin typeface="Arial"/>
                <a:ea typeface="Arial"/>
                <a:cs typeface="Arial"/>
              </a:defRPr>
            </a:lvl8pPr>
            <a:lvl9pPr>
              <a:defRPr sz="1425" b="1">
                <a:solidFill>
                  <a:srgbClr val="132B3B"/>
                </a:solidFill>
                <a:latin typeface="Arial"/>
                <a:ea typeface="Arial"/>
                <a:cs typeface="Arial"/>
              </a:defRPr>
            </a:lvl9pPr>
          </a:lstStyle>
          <a:p xmlns:a="http://schemas.openxmlformats.org/drawingml/2006/main">
            <a:pPr>
              <a:defRPr sz="1425" b="1">
                <a:solidFill>
                  <a:srgbClr val="132B3B"/>
                </a:solidFill>
                <a:latin typeface="Arial"/>
                <a:ea typeface="Arial"/>
                <a:cs typeface="Arial"/>
              </a:defRPr>
            </a:pPr>
            <a:r>
              <a:rPr sz="1425" b="1">
                <a:solidFill>
                  <a:srgbClr val="132B3B"/>
                </a:solidFill>
                <a:latin typeface="Arial"/>
                <a:ea typeface="Arial"/>
                <a:cs typeface="Arial"/>
              </a:rPr>
              <a:t>US-06 Spiel auswählen</a:t>
            </a:r>
          </a:p>
        </p:txBody>
      </p:sp>
      <p:sp>
        <p:nvSpPr>
          <p:cNvPr id="16"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780AFA80-120B-7FC2-E075-F0B560A1D9CB}"/>
              </a:ext>
            </a:extLst>
          </p:cNvPr>
          <p:cNvSpPr>
            <a:spLocks xmlns:a="http://schemas.openxmlformats.org/drawingml/2006/main" noGrp="1"/>
          </p:cNvSpPr>
          <p:nvPr/>
        </p:nvSpPr>
        <p:spPr>
          <a:xfrm xmlns:a="http://schemas.openxmlformats.org/drawingml/2006/main">
            <a:off x="2724150" y="5857875"/>
            <a:ext cx="3914775" cy="3667125"/>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Als Spieler möchte ich Poker oder Roulette in einer übersichtlichen Lobby auswählen, damit ich direkt das gewünschte Spiel starte.</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Akzeptanz</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1. Beide Spiele und das gemeinsame Guthaben sind sichtbar.</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2. Poker öffnet ab 20 Jetons, Roulette ab 10 Jetons.</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3. Bei zu wenig Guthaben bleibt die Lobby sichtbar und erklärt den Mindestbetrag.</a:t>
            </a:r>
          </a:p>
        </p:txBody>
      </p:sp>
    </p:spTree>
    <p:extLst>
      <p:ext uri="{BB962C8B-B14F-4D97-AF65-F5344CB8AC3E}">
        <p14:creationId xmlns:p14="http://schemas.microsoft.com/office/powerpoint/2010/main" val="4018722917"/>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2026-10-29T10:35:29.3750000Z</dcterms:created>
  <dcterms:modified xsi:type="dcterms:W3CDTF">2026-10-29T10:35:29.3750000Z</dcterms:modified>
</coreProperties>
</file>