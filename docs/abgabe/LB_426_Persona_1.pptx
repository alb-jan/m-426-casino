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e3fd4391904c2f" /><Relationship Type="http://schemas.openxmlformats.org/officeDocument/2006/relationships/extended-properties" Target="/docProps/app.xml" Id="Rc6d3ad41fb354533" /><Relationship Type="http://schemas.openxmlformats.org/officeDocument/2006/relationships/officeDocument" Target="/ppt/presentation.xml" Id="Rd04846b8c0d94f56" /></Relationships>
</file>

<file path=ppt/presentation.xml><?xml version="1.0" encoding="utf-8"?>
<p:presentation xmlns:p="http://schemas.openxmlformats.org/presentationml/2006/main">
  <p:sldMasterIdLst>
    <p:sldMasterId xmlns:r="http://schemas.openxmlformats.org/officeDocument/2006/relationships" id="2147483648" r:id="Rd4617b7434944f0e"/>
  </p:sldMasterIdLst>
  <p:notesMasterIdLst>
    <p:notesMasterId xmlns:r="http://schemas.openxmlformats.org/officeDocument/2006/relationships" r:id="R8697f03bacaf402e"/>
  </p:notesMasterIdLst>
  <p:sldIdLst>
    <p:sldId xmlns:r="http://schemas.openxmlformats.org/officeDocument/2006/relationships" id="256" r:id="R36eeb4efbb5b4af1"/>
  </p:sldIdLst>
  <p:sldSz cx="6858000" cy="9906000"/>
  <p:notesSz cx="6858000" cy="9144000"/>
</p:presentation>
</file>

<file path=ppt/authors.xml><?xml version="1.0" encoding="utf-8"?>
<p188:authorLst xmlns:p188="http://schemas.microsoft.com/office/powerpoint/2018/8/main">
  <p188:author id="{13FDF5FE-17E7-0124-1F18-581FE0883E4C}" name="Fabrice.Thut" initials="F" userId="S::Fabrice.Thut@bbbaden.ch::7797283b-deb2-4095-a23a-9534c889f141"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f237b59dd5747d6" /><Relationship Type="http://schemas.openxmlformats.org/officeDocument/2006/relationships/slideMaster" Target="/ppt/slideMasters/slideMaster1.xml" Id="Rd4617b7434944f0e" /><Relationship Type="http://schemas.openxmlformats.org/officeDocument/2006/relationships/notesMaster" Target="/ppt/notesMasters/notesMaster1.xml" Id="R8697f03bacaf402e" /><Relationship Type="http://schemas.openxmlformats.org/officeDocument/2006/relationships/presProps" Target="/ppt/presProps.xml" Id="R1e34cf2986f24181" /><Relationship Type="http://schemas.openxmlformats.org/officeDocument/2006/relationships/viewProps" Target="/ppt/viewProps.xml" Id="R576bf0e2179e4ac0" /><Relationship Type="http://schemas.openxmlformats.org/officeDocument/2006/relationships/tableStyles" Target="/ppt/tableStyles.xml" Id="R21ec359fab4e4b0c" /><Relationship Type="http://schemas.microsoft.com/office/2018/10/relationships/authors" Target="/ppt/authors.xml" Id="R748a2eec45c6485c" /><Relationship Type="http://schemas.openxmlformats.org/officeDocument/2006/relationships/slide" Target="/ppt/slides/slide1.xml" Id="R36eeb4efbb5b4a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ab0e4d91434d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4f63ead8b44dcf" /><Relationship Type="http://schemas.openxmlformats.org/officeDocument/2006/relationships/notesMaster" Target="/ppt/notesMasters/notesMaster1.xml" Id="R6101522b20b643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a6b7b39d3a4f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d13a14409046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e8186173f049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fa43c6566f43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7a0e6352604b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290254d668401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c2684827adc4c8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ee24d846add4b4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c7a3f630b3c45b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aea2f66a9ac4d4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8184e6c24904b71" /></Relationships>
</file>

<file path=ppt/slideLayouts/slideLayout1.xml><?xml version="1.0" encoding="utf-8"?>
<p:sldLayout xmlns:p="http://schemas.openxmlformats.org/presentationml/2006/main" type="title" preserve="1">
  <p:cSld name="Titelfoli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F424B0-3382-4953-AC73-8A8042C6E823}"/>
              </a:ext>
            </a:extLst>
          </p:cNvPr>
          <p:cNvSpPr>
            <a:spLocks xmlns:a="http://schemas.openxmlformats.org/drawingml/2006/main" noGrp="1"/>
          </p:cNvSpPr>
          <p:nvPr>
            <p:ph type="ctrTitle" idx="0"/>
          </p:nvPr>
        </p:nvSpPr>
        <p:spPr>
          <a:xfrm xmlns:a="http://schemas.openxmlformats.org/drawingml/2006/main">
            <a:off x="514350" y="1621191"/>
            <a:ext cx="5829300" cy="3448756"/>
          </a:xfrm>
        </p:spPr>
        <p:txBody>
          <a:bodyPr xmlns:a="http://schemas.openxmlformats.org/drawingml/2006/main" anchor="b"/>
          <a:lstStyle xmlns:a="http://schemas.openxmlformats.org/drawingml/2006/main">
            <a:lvl1pPr algn="ctr">
              <a:buNone/>
              <a:defRPr sz="4500"/>
            </a:lvl1pPr>
          </a:lstStyle>
          <a:p xmlns:a="http://schemas.openxmlformats.org/drawingml/2006/main">
            <a:r>
              <a:t>Mastertitelformat bearbeiten</a:t>
            </a:r>
          </a:p>
        </p:txBody>
      </p:sp>
      <p:sp>
        <p:nvSpPr>
          <p:cNvPr id="3" name="Subtitle 2">
            <a:extLst xmlns:a="http://schemas.openxmlformats.org/drawingml/2006/main">
              <a:ext uri="{FF2B5EF4-FFF2-40B4-BE49-F238E27FC236}">
                <a16:creationId xmlns:a16="http://schemas.microsoft.com/office/drawing/2014/main" id="{C86025B7-1FA4-4221-B6F5-E51FB809DB7A}"/>
              </a:ext>
            </a:extLst>
          </p:cNvPr>
          <p:cNvSpPr>
            <a:spLocks xmlns:a="http://schemas.openxmlformats.org/drawingml/2006/main" noGrp="1"/>
          </p:cNvSpPr>
          <p:nvPr>
            <p:ph type="subTitle" idx="1"/>
          </p:nvPr>
        </p:nvSpPr>
        <p:spPr>
          <a:xfrm xmlns:a="http://schemas.openxmlformats.org/drawingml/2006/main">
            <a:off x="857250" y="5202944"/>
            <a:ext cx="5143500" cy="2391656"/>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Master-Untertitelformat bearbeiten</a:t>
            </a:r>
          </a:p>
        </p:txBody>
      </p:sp>
      <p:sp>
        <p:nvSpPr>
          <p:cNvPr id="4" name="Date Placeholder 3">
            <a:extLst xmlns:a="http://schemas.openxmlformats.org/drawingml/2006/main">
              <a:ext uri="{FF2B5EF4-FFF2-40B4-BE49-F238E27FC236}">
                <a16:creationId xmlns:a16="http://schemas.microsoft.com/office/drawing/2014/main" id="{56D03140-5B09-466D-8017-8194576381C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CFCDA5D4-E0BE-40CE-BEE5-A19DF09B19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23F265-D100-4679-BDDC-D014C3E84D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2.xml><?xml version="1.0" encoding="utf-8"?>
<p:sldLayout xmlns:p="http://schemas.openxmlformats.org/presentationml/2006/main" type="obj" preserve="1">
  <p:cSld name="Titel und Inhal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92BF4A-1F8A-44F3-8AC4-5F6981A15F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8CD63B9A-B044-49DA-A1FE-089C486C724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63CF8C6D-11F5-49F1-BAC5-1E509E8F55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27E98B25-7765-4E3D-A181-19EB92EFDE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30A8DC9-F997-4E60-8217-3D8BC330D1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3.xml><?xml version="1.0" encoding="utf-8"?>
<p:sldLayout xmlns:p="http://schemas.openxmlformats.org/presentationml/2006/main" type="secHead" preserve="1">
  <p:cSld name="Abschnitts-&#10;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B5BD39-4E81-4068-B6B5-BD1AC61FEB40}"/>
              </a:ext>
            </a:extLst>
          </p:cNvPr>
          <p:cNvSpPr>
            <a:spLocks xmlns:a="http://schemas.openxmlformats.org/drawingml/2006/main" noGrp="1"/>
          </p:cNvSpPr>
          <p:nvPr>
            <p:ph type="title" idx="0"/>
          </p:nvPr>
        </p:nvSpPr>
        <p:spPr>
          <a:xfrm xmlns:a="http://schemas.openxmlformats.org/drawingml/2006/main">
            <a:off x="467916" y="2469624"/>
            <a:ext cx="5915025" cy="4120620"/>
          </a:xfrm>
        </p:spPr>
        <p:txBody>
          <a:bodyPr xmlns:a="http://schemas.openxmlformats.org/drawingml/2006/main" anchor="b"/>
          <a:lstStyle xmlns:a="http://schemas.openxmlformats.org/drawingml/2006/main">
            <a:lvl1pPr>
              <a:buNone/>
              <a:defRPr sz="4500"/>
            </a:lvl1pPr>
          </a:lstStyle>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27AEA3A9-EC41-4AA1-A3BD-4F1BCF355C44}"/>
              </a:ext>
            </a:extLst>
          </p:cNvPr>
          <p:cNvSpPr>
            <a:spLocks xmlns:a="http://schemas.openxmlformats.org/drawingml/2006/main" noGrp="1"/>
          </p:cNvSpPr>
          <p:nvPr>
            <p:ph type="body" idx="1"/>
          </p:nvPr>
        </p:nvSpPr>
        <p:spPr>
          <a:xfrm xmlns:a="http://schemas.openxmlformats.org/drawingml/2006/main">
            <a:off x="467916" y="6629226"/>
            <a:ext cx="5915025" cy="2166937"/>
          </a:xfrm>
        </p:spPr>
        <p:txBody>
          <a:bodyPr xmlns:a="http://schemas.openxmlformats.org/drawingml/2006/main"/>
          <a:lstStyle xmlns:a="http://schemas.openxmlformats.org/drawingml/2006/main">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Mastertextformat bearbeiten</a:t>
            </a:r>
          </a:p>
        </p:txBody>
      </p:sp>
      <p:sp>
        <p:nvSpPr>
          <p:cNvPr id="4" name="Date Placeholder 3">
            <a:extLst xmlns:a="http://schemas.openxmlformats.org/drawingml/2006/main">
              <a:ext uri="{FF2B5EF4-FFF2-40B4-BE49-F238E27FC236}">
                <a16:creationId xmlns:a16="http://schemas.microsoft.com/office/drawing/2014/main" id="{5DB871D8-A0E4-457D-A480-55F5F64DDB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F5EFC711-A396-41B3-87F3-368FA17EAF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7BC6828-4224-4595-8141-F661671896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4.xml><?xml version="1.0" encoding="utf-8"?>
<p:sldLayout xmlns:p="http://schemas.openxmlformats.org/presentationml/2006/main" type="twoObj" preserve="1">
  <p:cSld name="Zwei Inhalt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BF1DB3A-638C-48FC-BC51-B26F6E1E00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944A1C15-93BA-4E56-9843-089FB627CC4F}"/>
              </a:ext>
            </a:extLst>
          </p:cNvPr>
          <p:cNvSpPr>
            <a:spLocks xmlns:a="http://schemas.openxmlformats.org/drawingml/2006/main" noGrp="1"/>
          </p:cNvSpPr>
          <p:nvPr>
            <p:ph idx="1"/>
          </p:nvPr>
        </p:nvSpPr>
        <p:spPr>
          <a:xfrm xmlns:a="http://schemas.openxmlformats.org/drawingml/2006/main">
            <a:off x="471488"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Content Placeholder 3">
            <a:extLst xmlns:a="http://schemas.openxmlformats.org/drawingml/2006/main">
              <a:ext uri="{FF2B5EF4-FFF2-40B4-BE49-F238E27FC236}">
                <a16:creationId xmlns:a16="http://schemas.microsoft.com/office/drawing/2014/main" id="{15A8A6A8-36DE-484B-900E-916FFEF52F3C}"/>
              </a:ext>
            </a:extLst>
          </p:cNvPr>
          <p:cNvSpPr>
            <a:spLocks xmlns:a="http://schemas.openxmlformats.org/drawingml/2006/main" noGrp="1"/>
          </p:cNvSpPr>
          <p:nvPr>
            <p:ph idx="2"/>
          </p:nvPr>
        </p:nvSpPr>
        <p:spPr>
          <a:xfrm xmlns:a="http://schemas.openxmlformats.org/drawingml/2006/main">
            <a:off x="3471863"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Date Placeholder 4">
            <a:extLst xmlns:a="http://schemas.openxmlformats.org/drawingml/2006/main">
              <a:ext uri="{FF2B5EF4-FFF2-40B4-BE49-F238E27FC236}">
                <a16:creationId xmlns:a16="http://schemas.microsoft.com/office/drawing/2014/main" id="{411887A2-3C06-4249-9170-791233FC5F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FBF221FF-DFDB-4924-B4D5-74E4EA5D5C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269C2D0-7814-4721-A553-08CBF28903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5.xml><?xml version="1.0" encoding="utf-8"?>
<p:sldLayout xmlns:p="http://schemas.openxmlformats.org/presentationml/2006/main" type="twoTxTwoObj" preserve="1">
  <p:cSld name="Vergleich">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F8DCA3-D61E-4CA7-90FF-8F1E772C7891}"/>
              </a:ext>
            </a:extLst>
          </p:cNvPr>
          <p:cNvSpPr>
            <a:spLocks xmlns:a="http://schemas.openxmlformats.org/drawingml/2006/main" noGrp="1"/>
          </p:cNvSpPr>
          <p:nvPr>
            <p:ph type="title" idx="0"/>
          </p:nvPr>
        </p:nvSpPr>
        <p:spPr>
          <a:xfrm xmlns:a="http://schemas.openxmlformats.org/drawingml/2006/main">
            <a:off x="472381" y="527405"/>
            <a:ext cx="5915025" cy="1914702"/>
          </a:xfrm>
        </p:spPr>
        <p:txBody>
          <a:bodyPr xmlns:a="http://schemas.openxmlformats.org/drawingml/2006/main"/>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47472B90-E713-4DF8-BDB8-83ABE72EF994}"/>
              </a:ext>
            </a:extLst>
          </p:cNvPr>
          <p:cNvSpPr>
            <a:spLocks xmlns:a="http://schemas.openxmlformats.org/drawingml/2006/main" noGrp="1"/>
          </p:cNvSpPr>
          <p:nvPr>
            <p:ph type="body" idx="1"/>
          </p:nvPr>
        </p:nvSpPr>
        <p:spPr>
          <a:xfrm xmlns:a="http://schemas.openxmlformats.org/drawingml/2006/main">
            <a:off x="472381" y="2428347"/>
            <a:ext cx="2901255"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4" name="Content Placeholder 3">
            <a:extLst xmlns:a="http://schemas.openxmlformats.org/drawingml/2006/main">
              <a:ext uri="{FF2B5EF4-FFF2-40B4-BE49-F238E27FC236}">
                <a16:creationId xmlns:a16="http://schemas.microsoft.com/office/drawing/2014/main" id="{C0FEA746-73F6-4F64-B4A7-F3FA22D29C92}"/>
              </a:ext>
            </a:extLst>
          </p:cNvPr>
          <p:cNvSpPr>
            <a:spLocks xmlns:a="http://schemas.openxmlformats.org/drawingml/2006/main" noGrp="1"/>
          </p:cNvSpPr>
          <p:nvPr>
            <p:ph idx="2"/>
          </p:nvPr>
        </p:nvSpPr>
        <p:spPr>
          <a:xfrm xmlns:a="http://schemas.openxmlformats.org/drawingml/2006/main">
            <a:off x="472381" y="3618442"/>
            <a:ext cx="2901255"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Text Placeholder 4">
            <a:extLst xmlns:a="http://schemas.openxmlformats.org/drawingml/2006/main">
              <a:ext uri="{FF2B5EF4-FFF2-40B4-BE49-F238E27FC236}">
                <a16:creationId xmlns:a16="http://schemas.microsoft.com/office/drawing/2014/main" id="{57B5D630-6EF3-4FF9-9561-47F3A11259E2}"/>
              </a:ext>
            </a:extLst>
          </p:cNvPr>
          <p:cNvSpPr>
            <a:spLocks xmlns:a="http://schemas.openxmlformats.org/drawingml/2006/main" noGrp="1"/>
          </p:cNvSpPr>
          <p:nvPr>
            <p:ph type="body" idx="3"/>
          </p:nvPr>
        </p:nvSpPr>
        <p:spPr>
          <a:xfrm xmlns:a="http://schemas.openxmlformats.org/drawingml/2006/main">
            <a:off x="3471863" y="2428347"/>
            <a:ext cx="2915543"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6" name="Content Placeholder 5">
            <a:extLst xmlns:a="http://schemas.openxmlformats.org/drawingml/2006/main">
              <a:ext uri="{FF2B5EF4-FFF2-40B4-BE49-F238E27FC236}">
                <a16:creationId xmlns:a16="http://schemas.microsoft.com/office/drawing/2014/main" id="{C710A4C5-EF0B-49EA-A276-EB0E379BB0C5}"/>
              </a:ext>
            </a:extLst>
          </p:cNvPr>
          <p:cNvSpPr>
            <a:spLocks xmlns:a="http://schemas.openxmlformats.org/drawingml/2006/main" noGrp="1"/>
          </p:cNvSpPr>
          <p:nvPr>
            <p:ph idx="4"/>
          </p:nvPr>
        </p:nvSpPr>
        <p:spPr>
          <a:xfrm xmlns:a="http://schemas.openxmlformats.org/drawingml/2006/main">
            <a:off x="3471863" y="3618442"/>
            <a:ext cx="2915543"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7" name="Date Placeholder 6">
            <a:extLst xmlns:a="http://schemas.openxmlformats.org/drawingml/2006/main">
              <a:ext uri="{FF2B5EF4-FFF2-40B4-BE49-F238E27FC236}">
                <a16:creationId xmlns:a16="http://schemas.microsoft.com/office/drawing/2014/main" id="{9E5CEEB4-C7F8-477C-AEA6-0DBDDAA098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8" name="Footer Placeholder 7">
            <a:extLst xmlns:a="http://schemas.openxmlformats.org/drawingml/2006/main">
              <a:ext uri="{FF2B5EF4-FFF2-40B4-BE49-F238E27FC236}">
                <a16:creationId xmlns:a16="http://schemas.microsoft.com/office/drawing/2014/main" id="{99370C7A-4003-4DC6-B2D2-9708410980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89E2412-42E2-48A5-B4C6-6786EFE955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6.xml><?xml version="1.0" encoding="utf-8"?>
<p:sldLayout xmlns:p="http://schemas.openxmlformats.org/presentationml/2006/main" type="titleOnly" preserve="1">
  <p:cSld name="Nur Tite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D959F7-8D57-4449-A754-45883683FF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Date Placeholder 2">
            <a:extLst xmlns:a="http://schemas.openxmlformats.org/drawingml/2006/main">
              <a:ext uri="{FF2B5EF4-FFF2-40B4-BE49-F238E27FC236}">
                <a16:creationId xmlns:a16="http://schemas.microsoft.com/office/drawing/2014/main" id="{069EB8CD-8EF6-4B49-B447-FE9DFD4EE0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4" name="Footer Placeholder 3">
            <a:extLst xmlns:a="http://schemas.openxmlformats.org/drawingml/2006/main">
              <a:ext uri="{FF2B5EF4-FFF2-40B4-BE49-F238E27FC236}">
                <a16:creationId xmlns:a16="http://schemas.microsoft.com/office/drawing/2014/main" id="{2E93CFCA-FA16-4465-995F-0630572E86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0D75261-2943-4CF8-A9DE-5230E87EFB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7.xml><?xml version="1.0" encoding="utf-8"?>
<p:sldLayout xmlns:p="http://schemas.openxmlformats.org/presentationml/2006/main" type="blank" preserve="1">
  <p:cSld name="Leer">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6DDF51C-472E-4F01-86F4-BE64FCDBEE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3" name="Footer Placeholder 2">
            <a:extLst xmlns:a="http://schemas.openxmlformats.org/drawingml/2006/main">
              <a:ext uri="{FF2B5EF4-FFF2-40B4-BE49-F238E27FC236}">
                <a16:creationId xmlns:a16="http://schemas.microsoft.com/office/drawing/2014/main" id="{B95BC696-0B99-4332-9470-83F226BEBE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3272B8B8-5FD6-4FB2-991C-06D0319B8D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8.xml><?xml version="1.0" encoding="utf-8"?>
<p:sldLayout xmlns:p="http://schemas.openxmlformats.org/presentationml/2006/main" type="objTx" preserve="1">
  <p:cSld name="Inhalt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91D2C82-025A-441B-9DD6-FF9753C29F20}"/>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B0A8AD55-3BD9-427C-9A2A-94AB507299A0}"/>
              </a:ext>
            </a:extLst>
          </p:cNvPr>
          <p:cNvSpPr>
            <a:spLocks xmlns:a="http://schemas.openxmlformats.org/drawingml/2006/main" noGrp="1"/>
          </p:cNvSpPr>
          <p:nvPr>
            <p:ph idx="1"/>
          </p:nvPr>
        </p:nvSpPr>
        <p:spPr>
          <a:xfrm xmlns:a="http://schemas.openxmlformats.org/drawingml/2006/main">
            <a:off x="2915543" y="1426283"/>
            <a:ext cx="3471863" cy="7039681"/>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Text Placeholder 3">
            <a:extLst xmlns:a="http://schemas.openxmlformats.org/drawingml/2006/main">
              <a:ext uri="{FF2B5EF4-FFF2-40B4-BE49-F238E27FC236}">
                <a16:creationId xmlns:a16="http://schemas.microsoft.com/office/drawing/2014/main" id="{CA5CDC20-E2C3-4246-9B07-B30AC32DFBEB}"/>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98907C2A-290D-44A4-9D6F-9C8E54CED8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A8E43490-65D0-4162-8B8C-522F4B7BCA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021FC15-19F4-4760-B6DD-5050D2CEBDD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9.xml><?xml version="1.0" encoding="utf-8"?>
<p:sldLayout xmlns:p="http://schemas.openxmlformats.org/presentationml/2006/main" type="picTx" preserve="1">
  <p:cSld name="Bild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D1EE20-A892-4A84-9AC2-935E538AD866}"/>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Picture Placeholder 2">
            <a:extLst xmlns:a="http://schemas.openxmlformats.org/drawingml/2006/main">
              <a:ext uri="{FF2B5EF4-FFF2-40B4-BE49-F238E27FC236}">
                <a16:creationId xmlns:a16="http://schemas.microsoft.com/office/drawing/2014/main" id="{42ADE3E5-B09D-4A5A-8CA4-FB28522126AA}"/>
              </a:ext>
            </a:extLst>
          </p:cNvPr>
          <p:cNvSpPr>
            <a:spLocks xmlns:a="http://schemas.openxmlformats.org/drawingml/2006/main" noGrp="1"/>
          </p:cNvSpPr>
          <p:nvPr>
            <p:ph type="pic" idx="1"/>
          </p:nvPr>
        </p:nvSpPr>
        <p:spPr>
          <a:xfrm xmlns:a="http://schemas.openxmlformats.org/drawingml/2006/main">
            <a:off x="2915543" y="1426283"/>
            <a:ext cx="3471863" cy="7039681"/>
          </a:xfrm>
        </p:spPr>
        <p:txBody>
          <a:bodyPr xmlns:a="http://schemas.openxmlformats.org/drawingml/2006/main" anchor="t"/>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Bild durch Klicken auf Symbol hinzufügen</a:t>
            </a:r>
          </a:p>
        </p:txBody>
      </p:sp>
      <p:sp>
        <p:nvSpPr>
          <p:cNvPr id="4" name="Text Placeholder 3">
            <a:extLst xmlns:a="http://schemas.openxmlformats.org/drawingml/2006/main">
              <a:ext uri="{FF2B5EF4-FFF2-40B4-BE49-F238E27FC236}">
                <a16:creationId xmlns:a16="http://schemas.microsoft.com/office/drawing/2014/main" id="{E3B6D28F-1797-408D-BDFD-FD358DC8885C}"/>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8D3BDE41-06BD-49B7-AF9B-A514109E12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0994DEFC-9C79-4E1A-8AA7-6A4C44E339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DA57DE4-2176-48A3-AE21-BD3AC51285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0.xml><?xml version="1.0" encoding="utf-8"?>
<p:sldLayout xmlns:p="http://schemas.openxmlformats.org/presentationml/2006/main" type="vertTx" preserve="1">
  <p:cSld name="Titel und vertikaler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6A27D26-83DC-47A4-AADD-1FFCAC3A4D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CD87D0BF-7C5D-40B9-8480-D845D02E682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023669E9-9CD2-43EF-A98E-C1711AB9C0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2A5A0DB1-D2CE-4A34-95FE-DF53562B7C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16F11A1-5137-43AD-9E8D-F2016CD293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1.xml><?xml version="1.0" encoding="utf-8"?>
<p:sldLayout xmlns:p="http://schemas.openxmlformats.org/presentationml/2006/main" type="vertTitleAndTx" preserve="1">
  <p:cSld name="Vertikaler Titel u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B34920C-CD44-4172-AA35-D9AC0B74AA7C}"/>
              </a:ext>
            </a:extLst>
          </p:cNvPr>
          <p:cNvSpPr>
            <a:spLocks xmlns:a="http://schemas.openxmlformats.org/drawingml/2006/main" noGrp="1"/>
          </p:cNvSpPr>
          <p:nvPr>
            <p:ph type="title" idx="0"/>
          </p:nvPr>
        </p:nvSpPr>
        <p:spPr>
          <a:xfrm xmlns:a="http://schemas.openxmlformats.org/drawingml/2006/main">
            <a:off x="4907757" y="527403"/>
            <a:ext cx="1478756" cy="8394877"/>
          </a:xfrm>
        </p:spPr>
        <p:txBody>
          <a:bodyPr xmlns:a="http://schemas.openxmlformats.org/drawingml/2006/main" vert="eaVert"/>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668BA217-5A6D-4470-B962-1E7347C33E45}"/>
              </a:ext>
            </a:extLst>
          </p:cNvPr>
          <p:cNvSpPr>
            <a:spLocks xmlns:a="http://schemas.openxmlformats.org/drawingml/2006/main" noGrp="1"/>
          </p:cNvSpPr>
          <p:nvPr>
            <p:ph type="body" idx="1"/>
          </p:nvPr>
        </p:nvSpPr>
        <p:spPr>
          <a:xfrm xmlns:a="http://schemas.openxmlformats.org/drawingml/2006/main">
            <a:off x="471488" y="527403"/>
            <a:ext cx="4350544" cy="8394877"/>
          </a:xfrm>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C6095B36-8338-430D-90A2-D9B16164B8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91FFD38C-01AF-42CE-89CE-0BD91A301E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6C4C8D2-A08C-4426-B677-DA929A76C6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20d21c9ee84b3c" /><Relationship Type="http://schemas.openxmlformats.org/officeDocument/2006/relationships/slideLayout" Target="/ppt/slideLayouts/slideLayout1.xml" Id="R08dc00146eb54282" /><Relationship Type="http://schemas.openxmlformats.org/officeDocument/2006/relationships/slideLayout" Target="/ppt/slideLayouts/slideLayout2.xml" Id="Rf390aef738bc4611" /><Relationship Type="http://schemas.openxmlformats.org/officeDocument/2006/relationships/slideLayout" Target="/ppt/slideLayouts/slideLayout3.xml" Id="R095d50391d524fcf" /><Relationship Type="http://schemas.openxmlformats.org/officeDocument/2006/relationships/slideLayout" Target="/ppt/slideLayouts/slideLayout4.xml" Id="R648c2a786a3e43fc" /><Relationship Type="http://schemas.openxmlformats.org/officeDocument/2006/relationships/slideLayout" Target="/ppt/slideLayouts/slideLayout5.xml" Id="R5c2f884c8f1246d6" /><Relationship Type="http://schemas.openxmlformats.org/officeDocument/2006/relationships/slideLayout" Target="/ppt/slideLayouts/slideLayout6.xml" Id="R16c6b33866e7416f" /><Relationship Type="http://schemas.openxmlformats.org/officeDocument/2006/relationships/slideLayout" Target="/ppt/slideLayouts/slideLayout7.xml" Id="R4f51224f2a884776" /><Relationship Type="http://schemas.openxmlformats.org/officeDocument/2006/relationships/slideLayout" Target="/ppt/slideLayouts/slideLayout8.xml" Id="Rf37caa1f20f648e0" /><Relationship Type="http://schemas.openxmlformats.org/officeDocument/2006/relationships/slideLayout" Target="/ppt/slideLayouts/slideLayout9.xml" Id="R8b4233dcf2c7489a" /><Relationship Type="http://schemas.openxmlformats.org/officeDocument/2006/relationships/slideLayout" Target="/ppt/slideLayouts/slideLayout10.xml" Id="Rc9985f4e9fa747f9" /><Relationship Type="http://schemas.openxmlformats.org/officeDocument/2006/relationships/slideLayout" Target="/ppt/slideLayouts/slideLayout11.xml" Id="Raea656b174504f0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32C5078-BC87-4FDE-B839-79AC3478359D}"/>
              </a:ext>
            </a:extLst>
          </p:cNvPr>
          <p:cNvSpPr>
            <a:spLocks xmlns:a="http://schemas.openxmlformats.org/drawingml/2006/main" noGrp="1"/>
          </p:cNvSpPr>
          <p:nvPr>
            <p:ph type="title" idx="0"/>
          </p:nvPr>
        </p:nvSpPr>
        <p:spPr>
          <a:xfrm xmlns:a="http://schemas.openxmlformats.org/drawingml/2006/main">
            <a:off x="471488" y="527405"/>
            <a:ext cx="5915025" cy="191470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6F114942-995D-40D0-865D-3CAD4FFD3E7D}"/>
              </a:ext>
            </a:extLst>
          </p:cNvPr>
          <p:cNvSpPr>
            <a:spLocks xmlns:a="http://schemas.openxmlformats.org/drawingml/2006/main" noGrp="1"/>
          </p:cNvSpPr>
          <p:nvPr>
            <p:ph type="body" idx="1"/>
          </p:nvPr>
        </p:nvSpPr>
        <p:spPr>
          <a:xfrm xmlns:a="http://schemas.openxmlformats.org/drawingml/2006/main">
            <a:off x="471488" y="2637014"/>
            <a:ext cx="5915025" cy="628526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FAF799A0-893F-4B8E-87DC-79AC064A175B}"/>
              </a:ext>
            </a:extLst>
          </p:cNvPr>
          <p:cNvSpPr>
            <a:spLocks xmlns:a="http://schemas.openxmlformats.org/drawingml/2006/main" noGrp="1"/>
          </p:cNvSpPr>
          <p:nvPr>
            <p:ph type="dt" idx="2"/>
          </p:nvPr>
        </p:nvSpPr>
        <p:spPr>
          <a:xfrm xmlns:a="http://schemas.openxmlformats.org/drawingml/2006/main">
            <a:off x="471488"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B2491230-9281-4384-95C8-7BB5E9A67B5F}"/>
              </a:ext>
            </a:extLst>
          </p:cNvPr>
          <p:cNvSpPr>
            <a:spLocks xmlns:a="http://schemas.openxmlformats.org/drawingml/2006/main" noGrp="1"/>
          </p:cNvSpPr>
          <p:nvPr>
            <p:ph type="ftr" idx="3"/>
          </p:nvPr>
        </p:nvSpPr>
        <p:spPr>
          <a:xfrm xmlns:a="http://schemas.openxmlformats.org/drawingml/2006/main">
            <a:off x="2271713" y="9181397"/>
            <a:ext cx="2314575"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643670A-7229-409A-8B8A-2FE1FC159F23}"/>
              </a:ext>
            </a:extLst>
          </p:cNvPr>
          <p:cNvSpPr>
            <a:spLocks xmlns:a="http://schemas.openxmlformats.org/drawingml/2006/main" noGrp="1"/>
          </p:cNvSpPr>
          <p:nvPr>
            <p:ph type="sldNum" idx="4"/>
          </p:nvPr>
        </p:nvSpPr>
        <p:spPr>
          <a:xfrm xmlns:a="http://schemas.openxmlformats.org/drawingml/2006/main">
            <a:off x="4843463"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9A5175ED-A264-4BA1-93AD-224520E57639}" type="slidenum">
              <a:t>‹Nr.›</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dc00146eb54282"/>
    <p:sldLayoutId xmlns:r="http://schemas.openxmlformats.org/officeDocument/2006/relationships" id="2147483650" r:id="Rf390aef738bc4611"/>
    <p:sldLayoutId xmlns:r="http://schemas.openxmlformats.org/officeDocument/2006/relationships" id="2147483651" r:id="R095d50391d524fcf"/>
    <p:sldLayoutId xmlns:r="http://schemas.openxmlformats.org/officeDocument/2006/relationships" id="2147483652" r:id="R648c2a786a3e43fc"/>
    <p:sldLayoutId xmlns:r="http://schemas.openxmlformats.org/officeDocument/2006/relationships" id="2147483653" r:id="R5c2f884c8f1246d6"/>
    <p:sldLayoutId xmlns:r="http://schemas.openxmlformats.org/officeDocument/2006/relationships" id="2147483654" r:id="R16c6b33866e7416f"/>
    <p:sldLayoutId xmlns:r="http://schemas.openxmlformats.org/officeDocument/2006/relationships" id="2147483655" r:id="R4f51224f2a884776"/>
    <p:sldLayoutId xmlns:r="http://schemas.openxmlformats.org/officeDocument/2006/relationships" id="2147483656" r:id="Rf37caa1f20f648e0"/>
    <p:sldLayoutId xmlns:r="http://schemas.openxmlformats.org/officeDocument/2006/relationships" id="2147483657" r:id="R8b4233dcf2c7489a"/>
    <p:sldLayoutId xmlns:r="http://schemas.openxmlformats.org/officeDocument/2006/relationships" id="2147483658" r:id="Rc9985f4e9fa747f9"/>
    <p:sldLayoutId xmlns:r="http://schemas.openxmlformats.org/officeDocument/2006/relationships" id="2147483659" r:id="Raea656b174504f05"/>
  </p:sldLayoutIdLst>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5be49185fd4a4a" /><Relationship Type="http://schemas.openxmlformats.org/officeDocument/2006/relationships/image" Target="/ppt/media/image.png" Id="R940965a95a8a4a81" /><Relationship Type="http://schemas.openxmlformats.org/officeDocument/2006/relationships/image" Target="/ppt/media/image.svg" Id="R984ccaa69842432b" /><Relationship Type="http://schemas.openxmlformats.org/officeDocument/2006/relationships/image" Target="/ppt/media/image2.png" Id="Rec65eac07c6040ce" /><Relationship Type="http://schemas.openxmlformats.org/officeDocument/2006/relationships/image" Target="/ppt/media/image2.svg" Id="R7590e34510544763" /><Relationship Type="http://schemas.openxmlformats.org/officeDocument/2006/relationships/image" Target="/ppt/media/image3.png" Id="Re06bdb5a5ff34181" /><Relationship Type="http://schemas.openxmlformats.org/officeDocument/2006/relationships/image" Target="/ppt/media/image4.png" Id="Rc7a174dc9e754bea" /><Relationship Type="http://schemas.openxmlformats.org/officeDocument/2006/relationships/image" Target="/ppt/media/image5.png" Id="Rd513335d5b3d4dd3" /><Relationship Type="http://schemas.openxmlformats.org/officeDocument/2006/relationships/image" Target="/ppt/media/image6.png" Id="R8ac73d3b563449f0" /><Relationship Type="http://schemas.openxmlformats.org/officeDocument/2006/relationships/image" Target="/ppt/media/image7.png" Id="Rb07cbedfa3704381" /><Relationship Type="http://schemas.openxmlformats.org/officeDocument/2006/relationships/image" Target="/ppt/media/image8.png" Id="R6d93607e233f405e" /><Relationship Type="http://schemas.openxmlformats.org/officeDocument/2006/relationships/image" Target="/ppt/media/image9.png" Id="R4ddb493f1c6a4db3" /><Relationship Type="http://schemas.openxmlformats.org/officeDocument/2006/relationships/image" Target="/ppt/media/image10.png" Id="R42b53b930f704f61" /><Relationship Type="http://schemas.openxmlformats.org/officeDocument/2006/relationships/image" Target="/ppt/media/image11.png" Id="R5c57cf850d8c463d" /><Relationship Type="http://schemas.openxmlformats.org/officeDocument/2006/relationships/image" Target="/ppt/media/image12.png" Id="R1eeaed7627b9444a" /><Relationship Type="http://schemas.openxmlformats.org/officeDocument/2006/relationships/image" Target="/ppt/media/image13.png" Id="R7a92e4a61dd24312" /><Relationship Type="http://schemas.openxmlformats.org/officeDocument/2006/relationships/image" Target="/ppt/media/image14.png" Id="R08cfd631900e4700" /><Relationship Type="http://schemas.openxmlformats.org/officeDocument/2006/relationships/image" Target="/ppt/media/image15.png" Id="R876e5d19383f4292" /><Relationship Type="http://schemas.openxmlformats.org/officeDocument/2006/relationships/image" Target="/ppt/media/image16.png" Id="R87c090692ce64fe6" /><Relationship Type="http://schemas.openxmlformats.org/officeDocument/2006/relationships/image" Target="/ppt/media/image17.png" Id="Rc30d40a54dee4dd6" /><Relationship Type="http://schemas.openxmlformats.org/officeDocument/2006/relationships/notesSlide" Target="/ppt/notesSlides/notesSlide1.xml" Id="R08b10927a0394f7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Rechteck">
            <a:extLst xmlns:a="http://schemas.openxmlformats.org/drawingml/2006/main">
              <a:ext uri="{FF2B5EF4-FFF2-40B4-BE49-F238E27FC236}">
                <a16:creationId xmlns:a16="http://schemas.microsoft.com/office/drawing/2014/main" id="{21AA5DBD-B2C7-405C-8A3E-D9133923CDA8}"/>
              </a:ext>
            </a:extLst>
          </p:cNvPr>
          <p:cNvSpPr>
            <a:spLocks xmlns:a="http://schemas.openxmlformats.org/drawingml/2006/main" noGrp="1"/>
          </p:cNvSpPr>
          <p:nvPr/>
        </p:nvSpPr>
        <p:spPr>
          <a:xfrm xmlns:a="http://schemas.openxmlformats.org/drawingml/2006/main">
            <a:off x="0" y="7430"/>
            <a:ext cx="2424684" cy="9898571"/>
          </a:xfrm>
          <a:prstGeom xmlns:a="http://schemas.openxmlformats.org/drawingml/2006/main" prst="rect">
            <a:avLst/>
          </a:prstGeom>
          <a:solidFill xmlns:a="http://schemas.openxmlformats.org/drawingml/2006/main">
            <a:srgbClr val="3399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xmlns:a="http://schemas.openxmlformats.org/drawingml/2006/main">
              <a:ext uri="{FF2B5EF4-FFF2-40B4-BE49-F238E27FC236}">
                <a16:creationId xmlns:a16="http://schemas.microsoft.com/office/drawing/2014/main" id="{6BD9946B-7A65-4B0F-A0FB-E8CC35677CB9}"/>
              </a:ext>
            </a:extLst>
          </p:cNvPr>
          <p:cNvSpPr>
            <a:spLocks xmlns:a="http://schemas.openxmlformats.org/drawingml/2006/main" noGrp="1"/>
          </p:cNvSpPr>
          <p:nvPr/>
        </p:nvSpPr>
        <p:spPr>
          <a:xfrm xmlns:a="http://schemas.openxmlformats.org/drawingml/2006/main">
            <a:off x="565499" y="70199"/>
            <a:ext cx="1340072" cy="1340072"/>
          </a:xfrm>
          <a:prstGeom xmlns:a="http://schemas.openxmlformats.org/drawingml/2006/main" prst="ellipse">
            <a:avLst/>
          </a:prstGeom>
          <a:noFill xmlns:a="http://schemas.openxmlformats.org/drawingml/2006/main"/>
          <a:ln xmlns:a="http://schemas.openxmlformats.org/drawingml/2006/main" w="5715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9" name="Grafik 6">
            <a:extLst xmlns:a="http://schemas.openxmlformats.org/drawingml/2006/main">
              <a:ext uri="{FF2B5EF4-FFF2-40B4-BE49-F238E27FC236}">
                <a16:creationId xmlns:a16="http://schemas.microsoft.com/office/drawing/2014/main" id="{4C7F9F9A-3D75-4111-8AEF-CAD960DADD61}"/>
              </a:ext>
            </a:extLst>
          </p:cNvPr>
          <p:cNvPicPr>
            <a:picLocks xmlns:a="http://schemas.openxmlformats.org/drawingml/2006/main" noChangeAspect="1"/>
          </p:cNvPicPr>
          <p:nvPr/>
        </p:nvPicPr>
        <p:blipFill>
          <a:blip xmlns:r="http://schemas.openxmlformats.org/officeDocument/2006/relationships" xmlns:a="http://schemas.openxmlformats.org/drawingml/2006/main" r:embed="R940965a95a8a4a81">
            <a:extLst>
              <a:ext uri="{96DAC541-7B7A-43D3-8B79-37D633B846F1}">
                <asvg:svgBlip xmlns:asvg="http://schemas.microsoft.com/office/drawing/2016/SVG/main" r:embed="R984ccaa69842432b"/>
              </a:ext>
            </a:extLst>
          </a:blip>
          <a:stretch xmlns:a="http://schemas.openxmlformats.org/drawingml/2006/main">
            <a:fillRect l="0" t="0" r="0" b="0"/>
          </a:stretch>
        </p:blipFill>
        <p:spPr>
          <a:xfrm xmlns:a="http://schemas.openxmlformats.org/drawingml/2006/main">
            <a:off x="1137266" y="485943"/>
            <a:ext cx="701888" cy="701888"/>
          </a:xfrm>
          <a:prstGeom xmlns:a="http://schemas.openxmlformats.org/drawingml/2006/main" prst="rect">
            <a:avLst/>
          </a:prstGeom>
        </p:spPr>
      </p:pic>
      <p:pic>
        <p:nvPicPr>
          <p:cNvPr id="200" name="Grafik 8">
            <a:extLst xmlns:a="http://schemas.openxmlformats.org/drawingml/2006/main">
              <a:ext uri="{FF2B5EF4-FFF2-40B4-BE49-F238E27FC236}">
                <a16:creationId xmlns:a16="http://schemas.microsoft.com/office/drawing/2014/main" id="{945793E5-C281-4E23-B152-5ABD2FC55FA0}"/>
              </a:ext>
            </a:extLst>
          </p:cNvPr>
          <p:cNvPicPr>
            <a:picLocks xmlns:a="http://schemas.openxmlformats.org/drawingml/2006/main" noChangeAspect="1"/>
          </p:cNvPicPr>
          <p:nvPr/>
        </p:nvPicPr>
        <p:blipFill>
          <a:blip xmlns:r="http://schemas.openxmlformats.org/officeDocument/2006/relationships" xmlns:a="http://schemas.openxmlformats.org/drawingml/2006/main" r:embed="Rec65eac07c6040ce">
            <a:extLst>
              <a:ext uri="{96DAC541-7B7A-43D3-8B79-37D633B846F1}">
                <asvg:svgBlip xmlns:asvg="http://schemas.microsoft.com/office/drawing/2016/SVG/main" r:embed="R7590e34510544763"/>
              </a:ext>
            </a:extLst>
          </a:blip>
          <a:stretch xmlns:a="http://schemas.openxmlformats.org/drawingml/2006/main">
            <a:fillRect l="0" t="0" r="0" b="0"/>
          </a:stretch>
        </p:blipFill>
        <p:spPr>
          <a:xfrm xmlns:a="http://schemas.openxmlformats.org/drawingml/2006/main">
            <a:off x="592464" y="485944"/>
            <a:ext cx="701888" cy="701888"/>
          </a:xfrm>
          <a:prstGeom xmlns:a="http://schemas.openxmlformats.org/drawingml/2006/main" prst="rect">
            <a:avLst/>
          </a:prstGeom>
        </p:spPr>
      </p:pic>
      <p:pic>
        <p:nvPicPr>
          <p:cNvPr id="201" name="Grafik 14">
            <a:extLst xmlns:a="http://schemas.openxmlformats.org/drawingml/2006/main">
              <a:ext uri="{FF2B5EF4-FFF2-40B4-BE49-F238E27FC236}">
                <a16:creationId xmlns:a16="http://schemas.microsoft.com/office/drawing/2014/main" id="{C5DA521A-CFD8-4C72-BA91-36DE82355713}"/>
              </a:ext>
            </a:extLst>
          </p:cNvPr>
          <p:cNvPicPr>
            <a:picLocks xmlns:a="http://schemas.openxmlformats.org/drawingml/2006/main" noChangeAspect="1"/>
          </p:cNvPicPr>
          <p:nvPr/>
        </p:nvPicPr>
        <p:blipFill>
          <a:blip xmlns:r="http://schemas.openxmlformats.org/officeDocument/2006/relationships" xmlns:a="http://schemas.openxmlformats.org/drawingml/2006/main" r:embed="Re06bdb5a5ff34181"/>
          <a:stretch xmlns:a="http://schemas.openxmlformats.org/drawingml/2006/main">
            <a:fillRect l="0" t="0" r="0" b="0"/>
          </a:stretch>
        </p:blipFill>
        <p:spPr>
          <a:xfrm xmlns:a="http://schemas.openxmlformats.org/drawingml/2006/main">
            <a:off x="696445" y="2643818"/>
            <a:ext cx="336384" cy="336384"/>
          </a:xfrm>
          <a:prstGeom xmlns:a="http://schemas.openxmlformats.org/drawingml/2006/main" prst="rect">
            <a:avLst/>
          </a:prstGeom>
        </p:spPr>
      </p:pic>
      <p:pic>
        <p:nvPicPr>
          <p:cNvPr id="202" name="Grafik 16">
            <a:extLst xmlns:a="http://schemas.openxmlformats.org/drawingml/2006/main">
              <a:ext uri="{FF2B5EF4-FFF2-40B4-BE49-F238E27FC236}">
                <a16:creationId xmlns:a16="http://schemas.microsoft.com/office/drawing/2014/main" id="{182A0172-A93A-4846-946D-C3D83CFF57E7}"/>
              </a:ext>
            </a:extLst>
          </p:cNvPr>
          <p:cNvPicPr>
            <a:picLocks xmlns:a="http://schemas.openxmlformats.org/drawingml/2006/main" noChangeAspect="1"/>
          </p:cNvPicPr>
          <p:nvPr/>
        </p:nvPicPr>
        <p:blipFill>
          <a:blip xmlns:r="http://schemas.openxmlformats.org/officeDocument/2006/relationships" xmlns:a="http://schemas.openxmlformats.org/drawingml/2006/main" r:embed="Rc7a174dc9e754bea"/>
          <a:stretch xmlns:a="http://schemas.openxmlformats.org/drawingml/2006/main">
            <a:fillRect l="0" t="0" r="0" b="0"/>
          </a:stretch>
        </p:blipFill>
        <p:spPr>
          <a:xfrm xmlns:a="http://schemas.openxmlformats.org/drawingml/2006/main">
            <a:off x="214066" y="8627364"/>
            <a:ext cx="265742" cy="265742"/>
          </a:xfrm>
          <a:prstGeom xmlns:a="http://schemas.openxmlformats.org/drawingml/2006/main" prst="rect">
            <a:avLst/>
          </a:prstGeom>
        </p:spPr>
      </p:pic>
      <p:pic>
        <p:nvPicPr>
          <p:cNvPr id="203" name="Grafik 18">
            <a:extLst xmlns:a="http://schemas.openxmlformats.org/drawingml/2006/main">
              <a:ext uri="{FF2B5EF4-FFF2-40B4-BE49-F238E27FC236}">
                <a16:creationId xmlns:a16="http://schemas.microsoft.com/office/drawing/2014/main" id="{CD34A941-1EAC-47A0-B3F6-E42BB8D7B722}"/>
              </a:ext>
            </a:extLst>
          </p:cNvPr>
          <p:cNvPicPr>
            <a:picLocks xmlns:a="http://schemas.openxmlformats.org/drawingml/2006/main" noChangeAspect="1"/>
          </p:cNvPicPr>
          <p:nvPr/>
        </p:nvPicPr>
        <p:blipFill>
          <a:blip xmlns:r="http://schemas.openxmlformats.org/officeDocument/2006/relationships" xmlns:a="http://schemas.openxmlformats.org/drawingml/2006/main" r:embed="Rd513335d5b3d4dd3"/>
          <a:stretch xmlns:a="http://schemas.openxmlformats.org/drawingml/2006/main">
            <a:fillRect l="0" t="0" r="0" b="0"/>
          </a:stretch>
        </p:blipFill>
        <p:spPr>
          <a:xfrm xmlns:a="http://schemas.openxmlformats.org/drawingml/2006/main">
            <a:off x="587532" y="8627364"/>
            <a:ext cx="265742" cy="265742"/>
          </a:xfrm>
          <a:prstGeom xmlns:a="http://schemas.openxmlformats.org/drawingml/2006/main" prst="rect">
            <a:avLst/>
          </a:prstGeom>
        </p:spPr>
      </p:pic>
      <p:pic>
        <p:nvPicPr>
          <p:cNvPr id="204" name="Grafik 20">
            <a:extLst xmlns:a="http://schemas.openxmlformats.org/drawingml/2006/main">
              <a:ext uri="{FF2B5EF4-FFF2-40B4-BE49-F238E27FC236}">
                <a16:creationId xmlns:a16="http://schemas.microsoft.com/office/drawing/2014/main" id="{964D1F2A-316A-4E2D-B0C7-3F74E2386BEF}"/>
              </a:ext>
            </a:extLst>
          </p:cNvPr>
          <p:cNvPicPr>
            <a:picLocks xmlns:a="http://schemas.openxmlformats.org/drawingml/2006/main" noChangeAspect="1"/>
          </p:cNvPicPr>
          <p:nvPr/>
        </p:nvPicPr>
        <p:blipFill>
          <a:blip xmlns:r="http://schemas.openxmlformats.org/officeDocument/2006/relationships" xmlns:a="http://schemas.openxmlformats.org/drawingml/2006/main" r:embed="R8ac73d3b563449f0"/>
          <a:stretch xmlns:a="http://schemas.openxmlformats.org/drawingml/2006/main">
            <a:fillRect l="0" t="0" r="0" b="0"/>
          </a:stretch>
        </p:blipFill>
        <p:spPr>
          <a:xfrm xmlns:a="http://schemas.openxmlformats.org/drawingml/2006/main">
            <a:off x="989085" y="8607554"/>
            <a:ext cx="265742" cy="265742"/>
          </a:xfrm>
          <a:prstGeom xmlns:a="http://schemas.openxmlformats.org/drawingml/2006/main" prst="rect">
            <a:avLst/>
          </a:prstGeom>
        </p:spPr>
      </p:pic>
      <p:pic>
        <p:nvPicPr>
          <p:cNvPr id="205" name="Grafik 22">
            <a:extLst xmlns:a="http://schemas.openxmlformats.org/drawingml/2006/main">
              <a:ext uri="{FF2B5EF4-FFF2-40B4-BE49-F238E27FC236}">
                <a16:creationId xmlns:a16="http://schemas.microsoft.com/office/drawing/2014/main" id="{84EB7492-43E8-4C16-9749-6FA80E5B74D4}"/>
              </a:ext>
            </a:extLst>
          </p:cNvPr>
          <p:cNvPicPr>
            <a:picLocks xmlns:a="http://schemas.openxmlformats.org/drawingml/2006/main" noChangeAspect="1"/>
          </p:cNvPicPr>
          <p:nvPr/>
        </p:nvPicPr>
        <p:blipFill>
          <a:blip xmlns:r="http://schemas.openxmlformats.org/officeDocument/2006/relationships" xmlns:a="http://schemas.openxmlformats.org/drawingml/2006/main" r:embed="Rb07cbedfa3704381"/>
          <a:stretch xmlns:a="http://schemas.openxmlformats.org/drawingml/2006/main">
            <a:fillRect l="0" t="0" r="0" b="0"/>
          </a:stretch>
        </p:blipFill>
        <p:spPr>
          <a:xfrm xmlns:a="http://schemas.openxmlformats.org/drawingml/2006/main">
            <a:off x="192676" y="9197885"/>
            <a:ext cx="265742" cy="265742"/>
          </a:xfrm>
          <a:prstGeom xmlns:a="http://schemas.openxmlformats.org/drawingml/2006/main" prst="rect">
            <a:avLst/>
          </a:prstGeom>
        </p:spPr>
      </p:pic>
      <p:pic>
        <p:nvPicPr>
          <p:cNvPr id="206" name="Grafik 24">
            <a:extLst xmlns:a="http://schemas.openxmlformats.org/drawingml/2006/main">
              <a:ext uri="{FF2B5EF4-FFF2-40B4-BE49-F238E27FC236}">
                <a16:creationId xmlns:a16="http://schemas.microsoft.com/office/drawing/2014/main" id="{3FEDD1FF-8A2D-4E27-BF2E-30484869B6D2}"/>
              </a:ext>
            </a:extLst>
          </p:cNvPr>
          <p:cNvPicPr>
            <a:picLocks xmlns:a="http://schemas.openxmlformats.org/drawingml/2006/main" noChangeAspect="1"/>
          </p:cNvPicPr>
          <p:nvPr/>
        </p:nvPicPr>
        <p:blipFill>
          <a:blip xmlns:r="http://schemas.openxmlformats.org/officeDocument/2006/relationships" xmlns:a="http://schemas.openxmlformats.org/drawingml/2006/main" r:embed="R6d93607e233f405e"/>
          <a:stretch xmlns:a="http://schemas.openxmlformats.org/drawingml/2006/main">
            <a:fillRect l="0" t="0" r="0" b="0"/>
          </a:stretch>
        </p:blipFill>
        <p:spPr>
          <a:xfrm xmlns:a="http://schemas.openxmlformats.org/drawingml/2006/main">
            <a:off x="557675" y="9209255"/>
            <a:ext cx="265742" cy="265742"/>
          </a:xfrm>
          <a:prstGeom xmlns:a="http://schemas.openxmlformats.org/drawingml/2006/main" prst="rect">
            <a:avLst/>
          </a:prstGeom>
        </p:spPr>
      </p:pic>
      <p:pic>
        <p:nvPicPr>
          <p:cNvPr id="207" name="Grafik 26">
            <a:extLst xmlns:a="http://schemas.openxmlformats.org/drawingml/2006/main">
              <a:ext uri="{FF2B5EF4-FFF2-40B4-BE49-F238E27FC236}">
                <a16:creationId xmlns:a16="http://schemas.microsoft.com/office/drawing/2014/main" id="{B65E790E-8F78-4A52-8874-01DBA518C65F}"/>
              </a:ext>
            </a:extLst>
          </p:cNvPr>
          <p:cNvPicPr>
            <a:picLocks xmlns:a="http://schemas.openxmlformats.org/drawingml/2006/main" noChangeAspect="1"/>
          </p:cNvPicPr>
          <p:nvPr/>
        </p:nvPicPr>
        <p:blipFill>
          <a:blip xmlns:r="http://schemas.openxmlformats.org/officeDocument/2006/relationships" xmlns:a="http://schemas.openxmlformats.org/drawingml/2006/main" r:embed="R4ddb493f1c6a4db3"/>
          <a:stretch xmlns:a="http://schemas.openxmlformats.org/drawingml/2006/main">
            <a:fillRect l="0" t="0" r="0" b="0"/>
          </a:stretch>
        </p:blipFill>
        <p:spPr>
          <a:xfrm xmlns:a="http://schemas.openxmlformats.org/drawingml/2006/main">
            <a:off x="157117" y="2643818"/>
            <a:ext cx="336384" cy="336384"/>
          </a:xfrm>
          <a:prstGeom xmlns:a="http://schemas.openxmlformats.org/drawingml/2006/main" prst="rect">
            <a:avLst/>
          </a:prstGeom>
        </p:spPr>
      </p:pic>
      <p:sp>
        <p:nvSpPr>
          <p:cNvPr id="28" name="Rechteck">
            <a:extLst xmlns:a="http://schemas.openxmlformats.org/drawingml/2006/main">
              <a:ext uri="{FF2B5EF4-FFF2-40B4-BE49-F238E27FC236}">
                <a16:creationId xmlns:a16="http://schemas.microsoft.com/office/drawing/2014/main" id="{4750C0A6-490D-4A49-8A18-E73489E56FE9}"/>
              </a:ext>
            </a:extLst>
          </p:cNvPr>
          <p:cNvSpPr>
            <a:spLocks xmlns:a="http://schemas.openxmlformats.org/drawingml/2006/main" noGrp="1"/>
          </p:cNvSpPr>
          <p:nvPr/>
        </p:nvSpPr>
        <p:spPr>
          <a:xfrm xmlns:a="http://schemas.openxmlformats.org/drawingml/2006/main">
            <a:off x="2418207" y="0"/>
            <a:ext cx="147638" cy="966311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sp>
        <p:nvSpPr>
          <p:cNvPr id="30" name="Rechtwinkliges Dreieck 29">
            <a:extLst xmlns:a="http://schemas.openxmlformats.org/drawingml/2006/main">
              <a:ext uri="{FF2B5EF4-FFF2-40B4-BE49-F238E27FC236}">
                <a16:creationId xmlns:a16="http://schemas.microsoft.com/office/drawing/2014/main" id="{F58D6FA0-8034-4CC5-8929-30729B0E12D2}"/>
              </a:ext>
            </a:extLst>
          </p:cNvPr>
          <p:cNvSpPr>
            <a:spLocks xmlns:a="http://schemas.openxmlformats.org/drawingml/2006/main" noGrp="1"/>
          </p:cNvSpPr>
          <p:nvPr/>
        </p:nvSpPr>
        <p:spPr>
          <a:xfrm xmlns:a="http://schemas.openxmlformats.org/drawingml/2006/main" rot="5400000">
            <a:off x="2372011" y="9709309"/>
            <a:ext cx="239935" cy="147638"/>
          </a:xfrm>
          <a:prstGeom xmlns:a="http://schemas.openxmlformats.org/drawingml/2006/main" prst="rtTriangle">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pic>
        <p:nvPicPr>
          <p:cNvPr id="210" name="Grafik 38">
            <a:extLst xmlns:a="http://schemas.openxmlformats.org/drawingml/2006/main">
              <a:ext uri="{FF2B5EF4-FFF2-40B4-BE49-F238E27FC236}">
                <a16:creationId xmlns:a16="http://schemas.microsoft.com/office/drawing/2014/main" id="{127BF18B-3661-49F7-86A3-6BF12A99BABF}"/>
              </a:ext>
            </a:extLst>
          </p:cNvPr>
          <p:cNvPicPr>
            <a:picLocks xmlns:a="http://schemas.openxmlformats.org/drawingml/2006/main" noChangeAspect="1"/>
          </p:cNvPicPr>
          <p:nvPr/>
        </p:nvPicPr>
        <p:blipFill>
          <a:blip xmlns:r="http://schemas.openxmlformats.org/officeDocument/2006/relationships" xmlns:a="http://schemas.openxmlformats.org/drawingml/2006/main" r:embed="R42b53b930f704f61"/>
          <a:stretch xmlns:a="http://schemas.openxmlformats.org/drawingml/2006/main">
            <a:fillRect l="0" t="0" r="0" b="0"/>
          </a:stretch>
        </p:blipFill>
        <p:spPr>
          <a:xfrm xmlns:a="http://schemas.openxmlformats.org/drawingml/2006/main">
            <a:off x="1426017" y="8616954"/>
            <a:ext cx="265742" cy="265742"/>
          </a:xfrm>
          <a:prstGeom xmlns:a="http://schemas.openxmlformats.org/drawingml/2006/main" prst="rect">
            <a:avLst/>
          </a:prstGeom>
        </p:spPr>
      </p:pic>
      <p:pic>
        <p:nvPicPr>
          <p:cNvPr id="211" name="Grafik 40">
            <a:extLst xmlns:a="http://schemas.openxmlformats.org/drawingml/2006/main">
              <a:ext uri="{FF2B5EF4-FFF2-40B4-BE49-F238E27FC236}">
                <a16:creationId xmlns:a16="http://schemas.microsoft.com/office/drawing/2014/main" id="{F76FB9B3-2EF4-46C3-A531-B7FA4195FF40}"/>
              </a:ext>
            </a:extLst>
          </p:cNvPr>
          <p:cNvPicPr>
            <a:picLocks xmlns:a="http://schemas.openxmlformats.org/drawingml/2006/main" noChangeAspect="1"/>
          </p:cNvPicPr>
          <p:nvPr/>
        </p:nvPicPr>
        <p:blipFill>
          <a:blip xmlns:r="http://schemas.openxmlformats.org/officeDocument/2006/relationships" xmlns:a="http://schemas.openxmlformats.org/drawingml/2006/main" r:embed="R5c57cf850d8c463d"/>
          <a:stretch xmlns:a="http://schemas.openxmlformats.org/drawingml/2006/main">
            <a:fillRect l="0" t="0" r="0" b="0"/>
          </a:stretch>
        </p:blipFill>
        <p:spPr>
          <a:xfrm xmlns:a="http://schemas.openxmlformats.org/drawingml/2006/main">
            <a:off x="961029" y="9197885"/>
            <a:ext cx="265742" cy="265742"/>
          </a:xfrm>
          <a:prstGeom xmlns:a="http://schemas.openxmlformats.org/drawingml/2006/main" prst="rect">
            <a:avLst/>
          </a:prstGeom>
        </p:spPr>
      </p:pic>
      <p:sp>
        <p:nvSpPr>
          <p:cNvPr id="46" name="40%">
            <a:extLst xmlns:a="http://schemas.openxmlformats.org/drawingml/2006/main">
              <a:ext uri="{FF2B5EF4-FFF2-40B4-BE49-F238E27FC236}">
                <a16:creationId xmlns:a16="http://schemas.microsoft.com/office/drawing/2014/main" id="{B105F850-775B-4953-9FDA-6173836F405B}"/>
              </a:ext>
            </a:extLst>
          </p:cNvPr>
          <p:cNvSpPr>
            <a:spLocks xmlns:a="http://schemas.openxmlformats.org/drawingml/2006/main" noGrp="1"/>
          </p:cNvSpPr>
          <p:nvPr/>
        </p:nvSpPr>
        <p:spPr>
          <a:xfrm xmlns:a="http://schemas.openxmlformats.org/drawingml/2006/main">
            <a:off x="14182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47" name="5%">
            <a:extLst xmlns:a="http://schemas.openxmlformats.org/drawingml/2006/main">
              <a:ext uri="{FF2B5EF4-FFF2-40B4-BE49-F238E27FC236}">
                <a16:creationId xmlns:a16="http://schemas.microsoft.com/office/drawing/2014/main" id="{B761FD74-41CC-4517-8360-224480B54095}"/>
              </a:ext>
            </a:extLst>
          </p:cNvPr>
          <p:cNvSpPr>
            <a:spLocks xmlns:a="http://schemas.openxmlformats.org/drawingml/2006/main" noGrp="1"/>
          </p:cNvSpPr>
          <p:nvPr/>
        </p:nvSpPr>
        <p:spPr>
          <a:xfrm xmlns:a="http://schemas.openxmlformats.org/drawingml/2006/main">
            <a:off x="1032605" y="8946356"/>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48" name="15%">
            <a:extLst xmlns:a="http://schemas.openxmlformats.org/drawingml/2006/main">
              <a:ext uri="{FF2B5EF4-FFF2-40B4-BE49-F238E27FC236}">
                <a16:creationId xmlns:a16="http://schemas.microsoft.com/office/drawing/2014/main" id="{B3AFBE9D-3B87-4EEE-A4DC-243DAB4A00FF}"/>
              </a:ext>
            </a:extLst>
          </p:cNvPr>
          <p:cNvSpPr>
            <a:spLocks xmlns:a="http://schemas.openxmlformats.org/drawingml/2006/main" noGrp="1"/>
          </p:cNvSpPr>
          <p:nvPr/>
        </p:nvSpPr>
        <p:spPr>
          <a:xfrm xmlns:a="http://schemas.openxmlformats.org/drawingml/2006/main">
            <a:off x="57016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40%</a:t>
            </a:r>
          </a:p>
        </p:txBody>
      </p:sp>
      <p:sp>
        <p:nvSpPr>
          <p:cNvPr id="49" name="40%">
            <a:extLst xmlns:a="http://schemas.openxmlformats.org/drawingml/2006/main">
              <a:ext uri="{FF2B5EF4-FFF2-40B4-BE49-F238E27FC236}">
                <a16:creationId xmlns:a16="http://schemas.microsoft.com/office/drawing/2014/main" id="{141A722F-4165-4835-A979-F38C4B4AB514}"/>
              </a:ext>
            </a:extLst>
          </p:cNvPr>
          <p:cNvSpPr>
            <a:spLocks xmlns:a="http://schemas.openxmlformats.org/drawingml/2006/main" noGrp="1"/>
          </p:cNvSpPr>
          <p:nvPr/>
        </p:nvSpPr>
        <p:spPr>
          <a:xfrm xmlns:a="http://schemas.openxmlformats.org/drawingml/2006/main">
            <a:off x="529114"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0" name="0%">
            <a:extLst xmlns:a="http://schemas.openxmlformats.org/drawingml/2006/main">
              <a:ext uri="{FF2B5EF4-FFF2-40B4-BE49-F238E27FC236}">
                <a16:creationId xmlns:a16="http://schemas.microsoft.com/office/drawing/2014/main" id="{93267ABD-3B59-438D-939B-BF4207DA111D}"/>
              </a:ext>
            </a:extLst>
          </p:cNvPr>
          <p:cNvSpPr>
            <a:spLocks xmlns:a="http://schemas.openxmlformats.org/drawingml/2006/main" noGrp="1"/>
          </p:cNvSpPr>
          <p:nvPr/>
        </p:nvSpPr>
        <p:spPr>
          <a:xfrm xmlns:a="http://schemas.openxmlformats.org/drawingml/2006/main">
            <a:off x="936022"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50%</a:t>
            </a:r>
          </a:p>
        </p:txBody>
      </p:sp>
      <p:pic>
        <p:nvPicPr>
          <p:cNvPr id="217" name="Grafik 51">
            <a:extLst xmlns:a="http://schemas.openxmlformats.org/drawingml/2006/main">
              <a:ext uri="{FF2B5EF4-FFF2-40B4-BE49-F238E27FC236}">
                <a16:creationId xmlns:a16="http://schemas.microsoft.com/office/drawing/2014/main" id="{8B28044C-D817-436A-B764-F913667A8828}"/>
              </a:ext>
            </a:extLst>
          </p:cNvPr>
          <p:cNvPicPr>
            <a:picLocks xmlns:a="http://schemas.openxmlformats.org/drawingml/2006/main" noChangeAspect="1"/>
          </p:cNvPicPr>
          <p:nvPr/>
        </p:nvPicPr>
        <p:blipFill>
          <a:blip xmlns:r="http://schemas.openxmlformats.org/officeDocument/2006/relationships" xmlns:a="http://schemas.openxmlformats.org/drawingml/2006/main" r:embed="R1eeaed7627b9444a"/>
          <a:stretch xmlns:a="http://schemas.openxmlformats.org/drawingml/2006/main">
            <a:fillRect l="0" t="0" r="0" b="0"/>
          </a:stretch>
        </p:blipFill>
        <p:spPr>
          <a:xfrm xmlns:a="http://schemas.openxmlformats.org/drawingml/2006/main">
            <a:off x="1888922" y="8656394"/>
            <a:ext cx="265743" cy="265743"/>
          </a:xfrm>
          <a:prstGeom xmlns:a="http://schemas.openxmlformats.org/drawingml/2006/main" prst="rect">
            <a:avLst/>
          </a:prstGeom>
        </p:spPr>
      </p:pic>
      <p:sp>
        <p:nvSpPr>
          <p:cNvPr id="53" name="40%">
            <a:extLst xmlns:a="http://schemas.openxmlformats.org/drawingml/2006/main">
              <a:ext uri="{FF2B5EF4-FFF2-40B4-BE49-F238E27FC236}">
                <a16:creationId xmlns:a16="http://schemas.microsoft.com/office/drawing/2014/main" id="{93F35EC7-36D9-4745-9986-C4FE7847053C}"/>
              </a:ext>
            </a:extLst>
          </p:cNvPr>
          <p:cNvSpPr>
            <a:spLocks xmlns:a="http://schemas.openxmlformats.org/drawingml/2006/main" noGrp="1"/>
          </p:cNvSpPr>
          <p:nvPr/>
        </p:nvSpPr>
        <p:spPr>
          <a:xfrm xmlns:a="http://schemas.openxmlformats.org/drawingml/2006/main">
            <a:off x="120396" y="9513761"/>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10%</a:t>
            </a:r>
          </a:p>
        </p:txBody>
      </p:sp>
      <p:sp>
        <p:nvSpPr>
          <p:cNvPr id="54" name="5%">
            <a:extLst xmlns:a="http://schemas.openxmlformats.org/drawingml/2006/main">
              <a:ext uri="{FF2B5EF4-FFF2-40B4-BE49-F238E27FC236}">
                <a16:creationId xmlns:a16="http://schemas.microsoft.com/office/drawing/2014/main" id="{42115540-9E2E-4549-A8B0-48B52CFC47CF}"/>
              </a:ext>
            </a:extLst>
          </p:cNvPr>
          <p:cNvSpPr>
            <a:spLocks xmlns:a="http://schemas.openxmlformats.org/drawingml/2006/main" noGrp="1"/>
          </p:cNvSpPr>
          <p:nvPr/>
        </p:nvSpPr>
        <p:spPr>
          <a:xfrm xmlns:a="http://schemas.openxmlformats.org/drawingml/2006/main">
            <a:off x="1445990"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6" name="5%">
            <a:extLst xmlns:a="http://schemas.openxmlformats.org/drawingml/2006/main">
              <a:ext uri="{FF2B5EF4-FFF2-40B4-BE49-F238E27FC236}">
                <a16:creationId xmlns:a16="http://schemas.microsoft.com/office/drawing/2014/main" id="{D9049078-B517-4566-B31B-5005796A8C8F}"/>
              </a:ext>
            </a:extLst>
          </p:cNvPr>
          <p:cNvSpPr>
            <a:spLocks xmlns:a="http://schemas.openxmlformats.org/drawingml/2006/main" noGrp="1"/>
          </p:cNvSpPr>
          <p:nvPr/>
        </p:nvSpPr>
        <p:spPr>
          <a:xfrm xmlns:a="http://schemas.openxmlformats.org/drawingml/2006/main">
            <a:off x="1830133" y="8953024"/>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7" name="Persönlichkeit">
            <a:extLst xmlns:a="http://schemas.openxmlformats.org/drawingml/2006/main">
              <a:ext uri="{FF2B5EF4-FFF2-40B4-BE49-F238E27FC236}">
                <a16:creationId xmlns:a16="http://schemas.microsoft.com/office/drawing/2014/main" id="{28B2D65B-7C0A-4540-9BB1-3A2BA1C3B320}"/>
              </a:ext>
            </a:extLst>
          </p:cNvPr>
          <p:cNvSpPr>
            <a:spLocks xmlns:a="http://schemas.openxmlformats.org/drawingml/2006/main" noGrp="1"/>
          </p:cNvSpPr>
          <p:nvPr/>
        </p:nvSpPr>
        <p:spPr>
          <a:xfrm xmlns:a="http://schemas.openxmlformats.org/drawingml/2006/main">
            <a:off x="134303" y="4389025"/>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Internet</a:t>
            </a:r>
          </a:p>
        </p:txBody>
      </p:sp>
      <p:sp>
        <p:nvSpPr>
          <p:cNvPr id="58" name="Extrovertiert">
            <a:extLst xmlns:a="http://schemas.openxmlformats.org/drawingml/2006/main">
              <a:ext uri="{FF2B5EF4-FFF2-40B4-BE49-F238E27FC236}">
                <a16:creationId xmlns:a16="http://schemas.microsoft.com/office/drawing/2014/main" id="{A8560577-5D82-4078-A956-BA30B12556FD}"/>
              </a:ext>
            </a:extLst>
          </p:cNvPr>
          <p:cNvSpPr>
            <a:spLocks xmlns:a="http://schemas.openxmlformats.org/drawingml/2006/main" noGrp="1"/>
          </p:cNvSpPr>
          <p:nvPr/>
        </p:nvSpPr>
        <p:spPr>
          <a:xfrm xmlns:a="http://schemas.openxmlformats.org/drawingml/2006/main">
            <a:off x="82772" y="5533549"/>
            <a:ext cx="889921"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Extrovertiert</a:t>
            </a:r>
          </a:p>
        </p:txBody>
      </p:sp>
      <p:sp>
        <p:nvSpPr>
          <p:cNvPr id="59" name="Introvertiert">
            <a:extLst xmlns:a="http://schemas.openxmlformats.org/drawingml/2006/main">
              <a:ext uri="{FF2B5EF4-FFF2-40B4-BE49-F238E27FC236}">
                <a16:creationId xmlns:a16="http://schemas.microsoft.com/office/drawing/2014/main" id="{124657A9-77EC-40D8-B30E-DCE00AD3FC02}"/>
              </a:ext>
            </a:extLst>
          </p:cNvPr>
          <p:cNvSpPr>
            <a:spLocks xmlns:a="http://schemas.openxmlformats.org/drawingml/2006/main" noGrp="1"/>
          </p:cNvSpPr>
          <p:nvPr/>
        </p:nvSpPr>
        <p:spPr>
          <a:xfrm xmlns:a="http://schemas.openxmlformats.org/drawingml/2006/main">
            <a:off x="1388078" y="5537645"/>
            <a:ext cx="85267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Introvertiert</a:t>
            </a:r>
          </a:p>
        </p:txBody>
      </p:sp>
      <p:sp>
        <p:nvSpPr>
          <p:cNvPr id="60" name="Planer">
            <a:extLst xmlns:a="http://schemas.openxmlformats.org/drawingml/2006/main">
              <a:ext uri="{FF2B5EF4-FFF2-40B4-BE49-F238E27FC236}">
                <a16:creationId xmlns:a16="http://schemas.microsoft.com/office/drawing/2014/main" id="{D0FE18F3-FED4-4291-A264-345476A3EB02}"/>
              </a:ext>
            </a:extLst>
          </p:cNvPr>
          <p:cNvSpPr>
            <a:spLocks xmlns:a="http://schemas.openxmlformats.org/drawingml/2006/main" noGrp="1"/>
          </p:cNvSpPr>
          <p:nvPr/>
        </p:nvSpPr>
        <p:spPr>
          <a:xfrm xmlns:a="http://schemas.openxmlformats.org/drawingml/2006/main">
            <a:off x="77057" y="5893213"/>
            <a:ext cx="1022699"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Planer</a:t>
            </a:r>
          </a:p>
        </p:txBody>
      </p:sp>
      <p:sp>
        <p:nvSpPr>
          <p:cNvPr id="61" name="Spontan">
            <a:extLst xmlns:a="http://schemas.openxmlformats.org/drawingml/2006/main">
              <a:ext uri="{FF2B5EF4-FFF2-40B4-BE49-F238E27FC236}">
                <a16:creationId xmlns:a16="http://schemas.microsoft.com/office/drawing/2014/main" id="{88C99627-9916-45EB-B20F-0BCF83C38230}"/>
              </a:ext>
            </a:extLst>
          </p:cNvPr>
          <p:cNvSpPr>
            <a:spLocks xmlns:a="http://schemas.openxmlformats.org/drawingml/2006/main" noGrp="1"/>
          </p:cNvSpPr>
          <p:nvPr/>
        </p:nvSpPr>
        <p:spPr>
          <a:xfrm xmlns:a="http://schemas.openxmlformats.org/drawingml/2006/main">
            <a:off x="1566005" y="5893213"/>
            <a:ext cx="61245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Spontan</a:t>
            </a:r>
          </a:p>
        </p:txBody>
      </p:sp>
      <p:sp>
        <p:nvSpPr>
          <p:cNvPr id="62" name="Fühlen">
            <a:extLst xmlns:a="http://schemas.openxmlformats.org/drawingml/2006/main">
              <a:ext uri="{FF2B5EF4-FFF2-40B4-BE49-F238E27FC236}">
                <a16:creationId xmlns:a16="http://schemas.microsoft.com/office/drawing/2014/main" id="{6747BE4F-8950-43D7-92CD-F1E0184B75EA}"/>
              </a:ext>
            </a:extLst>
          </p:cNvPr>
          <p:cNvSpPr>
            <a:spLocks xmlns:a="http://schemas.openxmlformats.org/drawingml/2006/main" noGrp="1"/>
          </p:cNvSpPr>
          <p:nvPr/>
        </p:nvSpPr>
        <p:spPr>
          <a:xfrm xmlns:a="http://schemas.openxmlformats.org/drawingml/2006/main">
            <a:off x="1725644" y="6265355"/>
            <a:ext cx="69227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Fühlen</a:t>
            </a:r>
          </a:p>
        </p:txBody>
      </p:sp>
      <p:sp>
        <p:nvSpPr>
          <p:cNvPr id="63" name="Konservativ">
            <a:extLst xmlns:a="http://schemas.openxmlformats.org/drawingml/2006/main">
              <a:ext uri="{FF2B5EF4-FFF2-40B4-BE49-F238E27FC236}">
                <a16:creationId xmlns:a16="http://schemas.microsoft.com/office/drawing/2014/main" id="{5CA6DB11-9BCE-46D7-BD8F-B487B45784CC}"/>
              </a:ext>
            </a:extLst>
          </p:cNvPr>
          <p:cNvSpPr>
            <a:spLocks xmlns:a="http://schemas.openxmlformats.org/drawingml/2006/main" noGrp="1"/>
          </p:cNvSpPr>
          <p:nvPr/>
        </p:nvSpPr>
        <p:spPr>
          <a:xfrm xmlns:a="http://schemas.openxmlformats.org/drawingml/2006/main">
            <a:off x="82296" y="6663404"/>
            <a:ext cx="83848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Konservativ</a:t>
            </a:r>
          </a:p>
        </p:txBody>
      </p:sp>
      <p:sp>
        <p:nvSpPr>
          <p:cNvPr id="64" name="Liberal">
            <a:extLst xmlns:a="http://schemas.openxmlformats.org/drawingml/2006/main">
              <a:ext uri="{FF2B5EF4-FFF2-40B4-BE49-F238E27FC236}">
                <a16:creationId xmlns:a16="http://schemas.microsoft.com/office/drawing/2014/main" id="{CBB632E1-2BE6-4B4E-8ECF-5009DEBD8877}"/>
              </a:ext>
            </a:extLst>
          </p:cNvPr>
          <p:cNvSpPr>
            <a:spLocks xmlns:a="http://schemas.openxmlformats.org/drawingml/2006/main" noGrp="1"/>
          </p:cNvSpPr>
          <p:nvPr/>
        </p:nvSpPr>
        <p:spPr>
          <a:xfrm xmlns:a="http://schemas.openxmlformats.org/drawingml/2006/main">
            <a:off x="1765078" y="6649879"/>
            <a:ext cx="51939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Liberal</a:t>
            </a:r>
          </a:p>
        </p:txBody>
      </p:sp>
      <p:sp>
        <p:nvSpPr>
          <p:cNvPr id="65" name="Anführer">
            <a:extLst xmlns:a="http://schemas.openxmlformats.org/drawingml/2006/main">
              <a:ext uri="{FF2B5EF4-FFF2-40B4-BE49-F238E27FC236}">
                <a16:creationId xmlns:a16="http://schemas.microsoft.com/office/drawing/2014/main" id="{263BF284-5B72-4F84-A1D0-EB617316CB00}"/>
              </a:ext>
            </a:extLst>
          </p:cNvPr>
          <p:cNvSpPr>
            <a:spLocks xmlns:a="http://schemas.openxmlformats.org/drawingml/2006/main" noGrp="1"/>
          </p:cNvSpPr>
          <p:nvPr/>
        </p:nvSpPr>
        <p:spPr>
          <a:xfrm xmlns:a="http://schemas.openxmlformats.org/drawingml/2006/main">
            <a:off x="104394" y="7101364"/>
            <a:ext cx="64722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Anführer</a:t>
            </a:r>
          </a:p>
        </p:txBody>
      </p:sp>
      <p:sp>
        <p:nvSpPr>
          <p:cNvPr id="66" name="Nachahmer">
            <a:extLst xmlns:a="http://schemas.openxmlformats.org/drawingml/2006/main">
              <a:ext uri="{FF2B5EF4-FFF2-40B4-BE49-F238E27FC236}">
                <a16:creationId xmlns:a16="http://schemas.microsoft.com/office/drawing/2014/main" id="{D5226E57-86B7-4C63-B917-4FDDC04A6B2B}"/>
              </a:ext>
            </a:extLst>
          </p:cNvPr>
          <p:cNvSpPr>
            <a:spLocks xmlns:a="http://schemas.openxmlformats.org/drawingml/2006/main" noGrp="1"/>
          </p:cNvSpPr>
          <p:nvPr/>
        </p:nvSpPr>
        <p:spPr>
          <a:xfrm xmlns:a="http://schemas.openxmlformats.org/drawingml/2006/main">
            <a:off x="1453706" y="7069741"/>
            <a:ext cx="839343"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Nachahmer</a:t>
            </a:r>
          </a:p>
        </p:txBody>
      </p:sp>
      <p:sp>
        <p:nvSpPr>
          <p:cNvPr id="67" name="Internet">
            <a:extLst xmlns:a="http://schemas.openxmlformats.org/drawingml/2006/main">
              <a:ext uri="{FF2B5EF4-FFF2-40B4-BE49-F238E27FC236}">
                <a16:creationId xmlns:a16="http://schemas.microsoft.com/office/drawing/2014/main" id="{74A13C56-17B0-4C31-9510-B5E300B78A64}"/>
              </a:ext>
            </a:extLst>
          </p:cNvPr>
          <p:cNvSpPr>
            <a:spLocks xmlns:a="http://schemas.openxmlformats.org/drawingml/2006/main" noGrp="1"/>
          </p:cNvSpPr>
          <p:nvPr/>
        </p:nvSpPr>
        <p:spPr>
          <a:xfrm xmlns:a="http://schemas.openxmlformats.org/drawingml/2006/main">
            <a:off x="101251" y="3669887"/>
            <a:ext cx="961930"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Technologie</a:t>
            </a:r>
          </a:p>
        </p:txBody>
      </p:sp>
      <p:sp>
        <p:nvSpPr>
          <p:cNvPr id="68" name="Software und Apps">
            <a:extLst xmlns:a="http://schemas.openxmlformats.org/drawingml/2006/main">
              <a:ext uri="{FF2B5EF4-FFF2-40B4-BE49-F238E27FC236}">
                <a16:creationId xmlns:a16="http://schemas.microsoft.com/office/drawing/2014/main" id="{3362B1B7-D87D-481B-BE54-011F77612331}"/>
              </a:ext>
            </a:extLst>
          </p:cNvPr>
          <p:cNvSpPr>
            <a:spLocks xmlns:a="http://schemas.openxmlformats.org/drawingml/2006/main" noGrp="1"/>
          </p:cNvSpPr>
          <p:nvPr/>
        </p:nvSpPr>
        <p:spPr>
          <a:xfrm xmlns:a="http://schemas.openxmlformats.org/drawingml/2006/main">
            <a:off x="110776" y="4049173"/>
            <a:ext cx="1337882"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Software und Apps</a:t>
            </a:r>
          </a:p>
        </p:txBody>
      </p:sp>
      <p:sp>
        <p:nvSpPr>
          <p:cNvPr id="70" name="Rechteck">
            <a:extLst xmlns:a="http://schemas.openxmlformats.org/drawingml/2006/main">
              <a:ext uri="{FF2B5EF4-FFF2-40B4-BE49-F238E27FC236}">
                <a16:creationId xmlns:a16="http://schemas.microsoft.com/office/drawing/2014/main" id="{5D8690B6-5E99-4750-88E0-64565D577282}"/>
              </a:ext>
            </a:extLst>
          </p:cNvPr>
          <p:cNvSpPr>
            <a:spLocks xmlns:a="http://schemas.openxmlformats.org/drawingml/2006/main" noGrp="1"/>
          </p:cNvSpPr>
          <p:nvPr/>
        </p:nvSpPr>
        <p:spPr>
          <a:xfrm xmlns:a="http://schemas.openxmlformats.org/drawingml/2006/main">
            <a:off x="104394"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xmlns:a="http://schemas.openxmlformats.org/drawingml/2006/main">
              <a:ext uri="{FF2B5EF4-FFF2-40B4-BE49-F238E27FC236}">
                <a16:creationId xmlns:a16="http://schemas.microsoft.com/office/drawing/2014/main" id="{32848BB3-5727-4D6A-A110-F633A76793A3}"/>
              </a:ext>
            </a:extLst>
          </p:cNvPr>
          <p:cNvSpPr>
            <a:spLocks xmlns:a="http://schemas.openxmlformats.org/drawingml/2006/main" noGrp="1"/>
          </p:cNvSpPr>
          <p:nvPr/>
        </p:nvSpPr>
        <p:spPr>
          <a:xfrm xmlns:a="http://schemas.openxmlformats.org/drawingml/2006/main">
            <a:off x="957263"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xmlns:a="http://schemas.openxmlformats.org/drawingml/2006/main">
              <a:ext uri="{FF2B5EF4-FFF2-40B4-BE49-F238E27FC236}">
                <a16:creationId xmlns:a16="http://schemas.microsoft.com/office/drawing/2014/main" id="{50062F09-FC3A-4349-86B5-36B0E542BC34}"/>
              </a:ext>
            </a:extLst>
          </p:cNvPr>
          <p:cNvSpPr>
            <a:spLocks xmlns:a="http://schemas.openxmlformats.org/drawingml/2006/main" noGrp="1"/>
          </p:cNvSpPr>
          <p:nvPr/>
        </p:nvSpPr>
        <p:spPr>
          <a:xfrm xmlns:a="http://schemas.openxmlformats.org/drawingml/2006/main">
            <a:off x="530828" y="732329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xmlns:a="http://schemas.openxmlformats.org/drawingml/2006/main">
              <a:ext uri="{FF2B5EF4-FFF2-40B4-BE49-F238E27FC236}">
                <a16:creationId xmlns:a16="http://schemas.microsoft.com/office/drawing/2014/main" id="{A73686BC-7D33-487D-A59D-B8A2614EC025}"/>
              </a:ext>
            </a:extLst>
          </p:cNvPr>
          <p:cNvSpPr>
            <a:spLocks xmlns:a="http://schemas.openxmlformats.org/drawingml/2006/main" noGrp="1"/>
          </p:cNvSpPr>
          <p:nvPr/>
        </p:nvSpPr>
        <p:spPr>
          <a:xfrm xmlns:a="http://schemas.openxmlformats.org/drawingml/2006/main">
            <a:off x="1383602"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xmlns:a="http://schemas.openxmlformats.org/drawingml/2006/main">
              <a:ext uri="{FF2B5EF4-FFF2-40B4-BE49-F238E27FC236}">
                <a16:creationId xmlns:a16="http://schemas.microsoft.com/office/drawing/2014/main" id="{2D768AB4-9B3F-4F96-A6FA-02EA6985981F}"/>
              </a:ext>
            </a:extLst>
          </p:cNvPr>
          <p:cNvSpPr>
            <a:spLocks xmlns:a="http://schemas.openxmlformats.org/drawingml/2006/main" noGrp="1"/>
          </p:cNvSpPr>
          <p:nvPr/>
        </p:nvSpPr>
        <p:spPr>
          <a:xfrm xmlns:a="http://schemas.openxmlformats.org/drawingml/2006/main">
            <a:off x="1810036"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xmlns:a="http://schemas.openxmlformats.org/drawingml/2006/main">
              <a:ext uri="{FF2B5EF4-FFF2-40B4-BE49-F238E27FC236}">
                <a16:creationId xmlns:a16="http://schemas.microsoft.com/office/drawing/2014/main" id="{2893C15A-D55F-48CF-81A6-F3AB22FFC2D2}"/>
              </a:ext>
            </a:extLst>
          </p:cNvPr>
          <p:cNvSpPr>
            <a:spLocks xmlns:a="http://schemas.openxmlformats.org/drawingml/2006/main" noGrp="1"/>
          </p:cNvSpPr>
          <p:nvPr/>
        </p:nvSpPr>
        <p:spPr>
          <a:xfrm xmlns:a="http://schemas.openxmlformats.org/drawingml/2006/main">
            <a:off x="104394" y="6915817"/>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xmlns:a="http://schemas.openxmlformats.org/drawingml/2006/main">
              <a:ext uri="{FF2B5EF4-FFF2-40B4-BE49-F238E27FC236}">
                <a16:creationId xmlns:a16="http://schemas.microsoft.com/office/drawing/2014/main" id="{894ED74E-0855-43C5-932B-565CB7C6450D}"/>
              </a:ext>
            </a:extLst>
          </p:cNvPr>
          <p:cNvSpPr>
            <a:spLocks xmlns:a="http://schemas.openxmlformats.org/drawingml/2006/main" noGrp="1"/>
          </p:cNvSpPr>
          <p:nvPr/>
        </p:nvSpPr>
        <p:spPr>
          <a:xfrm xmlns:a="http://schemas.openxmlformats.org/drawingml/2006/main">
            <a:off x="957263"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xmlns:a="http://schemas.openxmlformats.org/drawingml/2006/main">
              <a:ext uri="{FF2B5EF4-FFF2-40B4-BE49-F238E27FC236}">
                <a16:creationId xmlns:a16="http://schemas.microsoft.com/office/drawing/2014/main" id="{E07F87FB-4967-49CB-B94A-BAB21B47469C}"/>
              </a:ext>
            </a:extLst>
          </p:cNvPr>
          <p:cNvSpPr>
            <a:spLocks xmlns:a="http://schemas.openxmlformats.org/drawingml/2006/main" noGrp="1"/>
          </p:cNvSpPr>
          <p:nvPr/>
        </p:nvSpPr>
        <p:spPr>
          <a:xfrm xmlns:a="http://schemas.openxmlformats.org/drawingml/2006/main">
            <a:off x="530828"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xmlns:a="http://schemas.openxmlformats.org/drawingml/2006/main">
              <a:ext uri="{FF2B5EF4-FFF2-40B4-BE49-F238E27FC236}">
                <a16:creationId xmlns:a16="http://schemas.microsoft.com/office/drawing/2014/main" id="{C845B0A9-1EBA-4AEF-A447-6554E0DC703C}"/>
              </a:ext>
            </a:extLst>
          </p:cNvPr>
          <p:cNvSpPr>
            <a:spLocks xmlns:a="http://schemas.openxmlformats.org/drawingml/2006/main" noGrp="1"/>
          </p:cNvSpPr>
          <p:nvPr/>
        </p:nvSpPr>
        <p:spPr>
          <a:xfrm xmlns:a="http://schemas.openxmlformats.org/drawingml/2006/main">
            <a:off x="1383602"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xmlns:a="http://schemas.openxmlformats.org/drawingml/2006/main">
              <a:ext uri="{FF2B5EF4-FFF2-40B4-BE49-F238E27FC236}">
                <a16:creationId xmlns:a16="http://schemas.microsoft.com/office/drawing/2014/main" id="{163E74F4-C97B-4DEB-AB21-694386DCF696}"/>
              </a:ext>
            </a:extLst>
          </p:cNvPr>
          <p:cNvSpPr>
            <a:spLocks xmlns:a="http://schemas.openxmlformats.org/drawingml/2006/main" noGrp="1"/>
          </p:cNvSpPr>
          <p:nvPr/>
        </p:nvSpPr>
        <p:spPr>
          <a:xfrm xmlns:a="http://schemas.openxmlformats.org/drawingml/2006/main">
            <a:off x="1810036"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xmlns:a="http://schemas.openxmlformats.org/drawingml/2006/main">
              <a:ext uri="{FF2B5EF4-FFF2-40B4-BE49-F238E27FC236}">
                <a16:creationId xmlns:a16="http://schemas.microsoft.com/office/drawing/2014/main" id="{981752B2-BA7C-4625-B3BD-C21A8A17C794}"/>
              </a:ext>
            </a:extLst>
          </p:cNvPr>
          <p:cNvSpPr>
            <a:spLocks xmlns:a="http://schemas.openxmlformats.org/drawingml/2006/main" noGrp="1"/>
          </p:cNvSpPr>
          <p:nvPr/>
        </p:nvSpPr>
        <p:spPr>
          <a:xfrm xmlns:a="http://schemas.openxmlformats.org/drawingml/2006/main">
            <a:off x="104394"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xmlns:a="http://schemas.openxmlformats.org/drawingml/2006/main">
              <a:ext uri="{FF2B5EF4-FFF2-40B4-BE49-F238E27FC236}">
                <a16:creationId xmlns:a16="http://schemas.microsoft.com/office/drawing/2014/main" id="{4B4202E3-481A-4E89-91C4-A67D664BEEC1}"/>
              </a:ext>
            </a:extLst>
          </p:cNvPr>
          <p:cNvSpPr>
            <a:spLocks xmlns:a="http://schemas.openxmlformats.org/drawingml/2006/main" noGrp="1"/>
          </p:cNvSpPr>
          <p:nvPr/>
        </p:nvSpPr>
        <p:spPr>
          <a:xfrm xmlns:a="http://schemas.openxmlformats.org/drawingml/2006/main">
            <a:off x="957263"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xmlns:a="http://schemas.openxmlformats.org/drawingml/2006/main">
              <a:ext uri="{FF2B5EF4-FFF2-40B4-BE49-F238E27FC236}">
                <a16:creationId xmlns:a16="http://schemas.microsoft.com/office/drawing/2014/main" id="{F7E302B0-AEA3-4392-8C92-8B5FC3DDDD96}"/>
              </a:ext>
            </a:extLst>
          </p:cNvPr>
          <p:cNvSpPr>
            <a:spLocks xmlns:a="http://schemas.openxmlformats.org/drawingml/2006/main" noGrp="1"/>
          </p:cNvSpPr>
          <p:nvPr/>
        </p:nvSpPr>
        <p:spPr>
          <a:xfrm xmlns:a="http://schemas.openxmlformats.org/drawingml/2006/main">
            <a:off x="530828"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xmlns:a="http://schemas.openxmlformats.org/drawingml/2006/main">
              <a:ext uri="{FF2B5EF4-FFF2-40B4-BE49-F238E27FC236}">
                <a16:creationId xmlns:a16="http://schemas.microsoft.com/office/drawing/2014/main" id="{A8E1725A-20BE-4B0A-A477-341A0AF44666}"/>
              </a:ext>
            </a:extLst>
          </p:cNvPr>
          <p:cNvSpPr>
            <a:spLocks xmlns:a="http://schemas.openxmlformats.org/drawingml/2006/main" noGrp="1"/>
          </p:cNvSpPr>
          <p:nvPr/>
        </p:nvSpPr>
        <p:spPr>
          <a:xfrm xmlns:a="http://schemas.openxmlformats.org/drawingml/2006/main">
            <a:off x="1383602" y="6509195"/>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xmlns:a="http://schemas.openxmlformats.org/drawingml/2006/main">
              <a:ext uri="{FF2B5EF4-FFF2-40B4-BE49-F238E27FC236}">
                <a16:creationId xmlns:a16="http://schemas.microsoft.com/office/drawing/2014/main" id="{18BE0286-73B7-4FB5-BBC5-7D83BA983331}"/>
              </a:ext>
            </a:extLst>
          </p:cNvPr>
          <p:cNvSpPr>
            <a:spLocks xmlns:a="http://schemas.openxmlformats.org/drawingml/2006/main" noGrp="1"/>
          </p:cNvSpPr>
          <p:nvPr/>
        </p:nvSpPr>
        <p:spPr>
          <a:xfrm xmlns:a="http://schemas.openxmlformats.org/drawingml/2006/main">
            <a:off x="1810036"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xmlns:a="http://schemas.openxmlformats.org/drawingml/2006/main">
              <a:ext uri="{FF2B5EF4-FFF2-40B4-BE49-F238E27FC236}">
                <a16:creationId xmlns:a16="http://schemas.microsoft.com/office/drawing/2014/main" id="{B75F36B9-DE97-47B1-B92E-F3DD298050BB}"/>
              </a:ext>
            </a:extLst>
          </p:cNvPr>
          <p:cNvSpPr>
            <a:spLocks xmlns:a="http://schemas.openxmlformats.org/drawingml/2006/main" noGrp="1"/>
          </p:cNvSpPr>
          <p:nvPr/>
        </p:nvSpPr>
        <p:spPr>
          <a:xfrm xmlns:a="http://schemas.openxmlformats.org/drawingml/2006/main">
            <a:off x="83058" y="6264021"/>
            <a:ext cx="601599" cy="212312"/>
          </a:xfrm>
          <a:prstGeom xmlns:a="http://schemas.openxmlformats.org/drawingml/2006/main" prst="rect">
            <a:avLst/>
          </a:prstGeom>
          <a:ln xmlns:a="http://schemas.openxmlformats.org/drawingml/2006/main" w="3175"/>
        </p:spPr>
        <p:txBody>
          <a:bodyPr xmlns:a="http://schemas.openxmlformats.org/drawingml/2006/main" lIns="38100" tIns="38100" rIns="38100" bIns="38100" anchor="ct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Denken</a:t>
            </a:r>
          </a:p>
        </p:txBody>
      </p:sp>
      <p:sp>
        <p:nvSpPr>
          <p:cNvPr id="89" name="Rechteck">
            <a:extLst xmlns:a="http://schemas.openxmlformats.org/drawingml/2006/main">
              <a:ext uri="{FF2B5EF4-FFF2-40B4-BE49-F238E27FC236}">
                <a16:creationId xmlns:a16="http://schemas.microsoft.com/office/drawing/2014/main" id="{A3C9F528-BB90-46BE-80DC-52099D74C9A6}"/>
              </a:ext>
            </a:extLst>
          </p:cNvPr>
          <p:cNvSpPr>
            <a:spLocks xmlns:a="http://schemas.openxmlformats.org/drawingml/2006/main" noGrp="1"/>
          </p:cNvSpPr>
          <p:nvPr/>
        </p:nvSpPr>
        <p:spPr>
          <a:xfrm xmlns:a="http://schemas.openxmlformats.org/drawingml/2006/main">
            <a:off x="104394"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xmlns:a="http://schemas.openxmlformats.org/drawingml/2006/main">
              <a:ext uri="{FF2B5EF4-FFF2-40B4-BE49-F238E27FC236}">
                <a16:creationId xmlns:a16="http://schemas.microsoft.com/office/drawing/2014/main" id="{97DF5059-236D-45CA-920E-3ACB08422480}"/>
              </a:ext>
            </a:extLst>
          </p:cNvPr>
          <p:cNvSpPr>
            <a:spLocks xmlns:a="http://schemas.openxmlformats.org/drawingml/2006/main" noGrp="1"/>
          </p:cNvSpPr>
          <p:nvPr/>
        </p:nvSpPr>
        <p:spPr>
          <a:xfrm xmlns:a="http://schemas.openxmlformats.org/drawingml/2006/main">
            <a:off x="943737" y="6128576"/>
            <a:ext cx="383762"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xmlns:a="http://schemas.openxmlformats.org/drawingml/2006/main">
              <a:ext uri="{FF2B5EF4-FFF2-40B4-BE49-F238E27FC236}">
                <a16:creationId xmlns:a16="http://schemas.microsoft.com/office/drawing/2014/main" id="{A3204F46-9E27-4B78-B33E-F2E82A35F0E2}"/>
              </a:ext>
            </a:extLst>
          </p:cNvPr>
          <p:cNvSpPr>
            <a:spLocks xmlns:a="http://schemas.openxmlformats.org/drawingml/2006/main" noGrp="1"/>
          </p:cNvSpPr>
          <p:nvPr/>
        </p:nvSpPr>
        <p:spPr>
          <a:xfrm xmlns:a="http://schemas.openxmlformats.org/drawingml/2006/main">
            <a:off x="524066"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xmlns:a="http://schemas.openxmlformats.org/drawingml/2006/main">
              <a:ext uri="{FF2B5EF4-FFF2-40B4-BE49-F238E27FC236}">
                <a16:creationId xmlns:a16="http://schemas.microsoft.com/office/drawing/2014/main" id="{E3B81E32-966D-4D2B-9C5A-BDA5A15900F0}"/>
              </a:ext>
            </a:extLst>
          </p:cNvPr>
          <p:cNvSpPr>
            <a:spLocks xmlns:a="http://schemas.openxmlformats.org/drawingml/2006/main" noGrp="1"/>
          </p:cNvSpPr>
          <p:nvPr/>
        </p:nvSpPr>
        <p:spPr>
          <a:xfrm xmlns:a="http://schemas.openxmlformats.org/drawingml/2006/main">
            <a:off x="1363313"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xmlns:a="http://schemas.openxmlformats.org/drawingml/2006/main">
              <a:ext uri="{FF2B5EF4-FFF2-40B4-BE49-F238E27FC236}">
                <a16:creationId xmlns:a16="http://schemas.microsoft.com/office/drawing/2014/main" id="{935711A5-2D3F-4D34-BA88-720C70F80BDC}"/>
              </a:ext>
            </a:extLst>
          </p:cNvPr>
          <p:cNvSpPr>
            <a:spLocks xmlns:a="http://schemas.openxmlformats.org/drawingml/2006/main" noGrp="1"/>
          </p:cNvSpPr>
          <p:nvPr/>
        </p:nvSpPr>
        <p:spPr>
          <a:xfrm xmlns:a="http://schemas.openxmlformats.org/drawingml/2006/main">
            <a:off x="1782985"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xmlns:a="http://schemas.openxmlformats.org/drawingml/2006/main">
              <a:ext uri="{FF2B5EF4-FFF2-40B4-BE49-F238E27FC236}">
                <a16:creationId xmlns:a16="http://schemas.microsoft.com/office/drawing/2014/main" id="{E7AF644E-B7C8-48BA-9BC0-F16ED3FCD9BD}"/>
              </a:ext>
            </a:extLst>
          </p:cNvPr>
          <p:cNvSpPr>
            <a:spLocks xmlns:a="http://schemas.openxmlformats.org/drawingml/2006/main" noGrp="1"/>
          </p:cNvSpPr>
          <p:nvPr/>
        </p:nvSpPr>
        <p:spPr>
          <a:xfrm xmlns:a="http://schemas.openxmlformats.org/drawingml/2006/main">
            <a:off x="104394"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xmlns:a="http://schemas.openxmlformats.org/drawingml/2006/main">
              <a:ext uri="{FF2B5EF4-FFF2-40B4-BE49-F238E27FC236}">
                <a16:creationId xmlns:a16="http://schemas.microsoft.com/office/drawing/2014/main" id="{62CE3595-C01C-4834-B9EF-A74F8C8D0AAA}"/>
              </a:ext>
            </a:extLst>
          </p:cNvPr>
          <p:cNvSpPr>
            <a:spLocks xmlns:a="http://schemas.openxmlformats.org/drawingml/2006/main" noGrp="1"/>
          </p:cNvSpPr>
          <p:nvPr/>
        </p:nvSpPr>
        <p:spPr>
          <a:xfrm xmlns:a="http://schemas.openxmlformats.org/drawingml/2006/main">
            <a:off x="957263"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xmlns:a="http://schemas.openxmlformats.org/drawingml/2006/main">
              <a:ext uri="{FF2B5EF4-FFF2-40B4-BE49-F238E27FC236}">
                <a16:creationId xmlns:a16="http://schemas.microsoft.com/office/drawing/2014/main" id="{EBA9E952-394A-464C-AED1-2BAAE4332FA5}"/>
              </a:ext>
            </a:extLst>
          </p:cNvPr>
          <p:cNvSpPr>
            <a:spLocks xmlns:a="http://schemas.openxmlformats.org/drawingml/2006/main" noGrp="1"/>
          </p:cNvSpPr>
          <p:nvPr/>
        </p:nvSpPr>
        <p:spPr>
          <a:xfrm xmlns:a="http://schemas.openxmlformats.org/drawingml/2006/main">
            <a:off x="530828" y="5764339"/>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xmlns:a="http://schemas.openxmlformats.org/drawingml/2006/main">
              <a:ext uri="{FF2B5EF4-FFF2-40B4-BE49-F238E27FC236}">
                <a16:creationId xmlns:a16="http://schemas.microsoft.com/office/drawing/2014/main" id="{31BB97C8-DDB2-42E3-AA46-85C7FE8E76C7}"/>
              </a:ext>
            </a:extLst>
          </p:cNvPr>
          <p:cNvSpPr>
            <a:spLocks xmlns:a="http://schemas.openxmlformats.org/drawingml/2006/main" noGrp="1"/>
          </p:cNvSpPr>
          <p:nvPr/>
        </p:nvSpPr>
        <p:spPr>
          <a:xfrm xmlns:a="http://schemas.openxmlformats.org/drawingml/2006/main">
            <a:off x="1383602"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xmlns:a="http://schemas.openxmlformats.org/drawingml/2006/main">
              <a:ext uri="{FF2B5EF4-FFF2-40B4-BE49-F238E27FC236}">
                <a16:creationId xmlns:a16="http://schemas.microsoft.com/office/drawing/2014/main" id="{66614AE4-75B5-4E0E-9950-5155BD83585C}"/>
              </a:ext>
            </a:extLst>
          </p:cNvPr>
          <p:cNvSpPr>
            <a:spLocks xmlns:a="http://schemas.openxmlformats.org/drawingml/2006/main" noGrp="1"/>
          </p:cNvSpPr>
          <p:nvPr/>
        </p:nvSpPr>
        <p:spPr>
          <a:xfrm xmlns:a="http://schemas.openxmlformats.org/drawingml/2006/main">
            <a:off x="1810036"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xmlns:a="http://schemas.openxmlformats.org/drawingml/2006/main">
              <a:ext uri="{FF2B5EF4-FFF2-40B4-BE49-F238E27FC236}">
                <a16:creationId xmlns:a16="http://schemas.microsoft.com/office/drawing/2014/main" id="{93507A3D-06A4-4B77-9637-72FD4F3E3537}"/>
              </a:ext>
            </a:extLst>
          </p:cNvPr>
          <p:cNvSpPr>
            <a:spLocks xmlns:a="http://schemas.openxmlformats.org/drawingml/2006/main" noGrp="1"/>
          </p:cNvSpPr>
          <p:nvPr/>
        </p:nvSpPr>
        <p:spPr>
          <a:xfrm xmlns:a="http://schemas.openxmlformats.org/drawingml/2006/main">
            <a:off x="137541"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xmlns:a="http://schemas.openxmlformats.org/drawingml/2006/main">
              <a:ext uri="{FF2B5EF4-FFF2-40B4-BE49-F238E27FC236}">
                <a16:creationId xmlns:a16="http://schemas.microsoft.com/office/drawing/2014/main" id="{D4076C11-A33F-4679-B084-F0A7D36FD31E}"/>
              </a:ext>
            </a:extLst>
          </p:cNvPr>
          <p:cNvSpPr>
            <a:spLocks xmlns:a="http://schemas.openxmlformats.org/drawingml/2006/main" noGrp="1"/>
          </p:cNvSpPr>
          <p:nvPr/>
        </p:nvSpPr>
        <p:spPr>
          <a:xfrm xmlns:a="http://schemas.openxmlformats.org/drawingml/2006/main">
            <a:off x="990314"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xmlns:a="http://schemas.openxmlformats.org/drawingml/2006/main">
              <a:ext uri="{FF2B5EF4-FFF2-40B4-BE49-F238E27FC236}">
                <a16:creationId xmlns:a16="http://schemas.microsoft.com/office/drawing/2014/main" id="{ED584246-6A7F-4E47-861C-A0935E8FDAE0}"/>
              </a:ext>
            </a:extLst>
          </p:cNvPr>
          <p:cNvSpPr>
            <a:spLocks xmlns:a="http://schemas.openxmlformats.org/drawingml/2006/main" noGrp="1"/>
          </p:cNvSpPr>
          <p:nvPr/>
        </p:nvSpPr>
        <p:spPr>
          <a:xfrm xmlns:a="http://schemas.openxmlformats.org/drawingml/2006/main">
            <a:off x="563880"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xmlns:a="http://schemas.openxmlformats.org/drawingml/2006/main">
              <a:ext uri="{FF2B5EF4-FFF2-40B4-BE49-F238E27FC236}">
                <a16:creationId xmlns:a16="http://schemas.microsoft.com/office/drawing/2014/main" id="{C8E00D01-A25E-4123-B26F-465076D35C01}"/>
              </a:ext>
            </a:extLst>
          </p:cNvPr>
          <p:cNvSpPr>
            <a:spLocks xmlns:a="http://schemas.openxmlformats.org/drawingml/2006/main" noGrp="1"/>
          </p:cNvSpPr>
          <p:nvPr/>
        </p:nvSpPr>
        <p:spPr>
          <a:xfrm xmlns:a="http://schemas.openxmlformats.org/drawingml/2006/main">
            <a:off x="1416749"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xmlns:a="http://schemas.openxmlformats.org/drawingml/2006/main">
              <a:ext uri="{FF2B5EF4-FFF2-40B4-BE49-F238E27FC236}">
                <a16:creationId xmlns:a16="http://schemas.microsoft.com/office/drawing/2014/main" id="{EEDE575F-961E-46D4-A388-3C0627E5FE3E}"/>
              </a:ext>
            </a:extLst>
          </p:cNvPr>
          <p:cNvSpPr>
            <a:spLocks xmlns:a="http://schemas.openxmlformats.org/drawingml/2006/main" noGrp="1"/>
          </p:cNvSpPr>
          <p:nvPr/>
        </p:nvSpPr>
        <p:spPr>
          <a:xfrm xmlns:a="http://schemas.openxmlformats.org/drawingml/2006/main">
            <a:off x="1843088"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xmlns:a="http://schemas.openxmlformats.org/drawingml/2006/main">
              <a:ext uri="{FF2B5EF4-FFF2-40B4-BE49-F238E27FC236}">
                <a16:creationId xmlns:a16="http://schemas.microsoft.com/office/drawing/2014/main" id="{DFA6F396-E9EA-4F96-A4C7-C346F6D5B455}"/>
              </a:ext>
            </a:extLst>
          </p:cNvPr>
          <p:cNvSpPr>
            <a:spLocks xmlns:a="http://schemas.openxmlformats.org/drawingml/2006/main" noGrp="1"/>
          </p:cNvSpPr>
          <p:nvPr/>
        </p:nvSpPr>
        <p:spPr>
          <a:xfrm xmlns:a="http://schemas.openxmlformats.org/drawingml/2006/main">
            <a:off x="137541"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FF0000"/>
              </a:solidFill>
              <a:highlight>
                <a:srgbClr val="FFFF00"/>
              </a:highlight>
              <a:latin typeface="Arial"/>
              <a:ea typeface="Arial"/>
              <a:cs typeface="Arial"/>
            </a:endParaRPr>
          </a:p>
        </p:txBody>
      </p:sp>
      <p:sp>
        <p:nvSpPr>
          <p:cNvPr id="108" name="Rechteck">
            <a:extLst xmlns:a="http://schemas.openxmlformats.org/drawingml/2006/main">
              <a:ext uri="{FF2B5EF4-FFF2-40B4-BE49-F238E27FC236}">
                <a16:creationId xmlns:a16="http://schemas.microsoft.com/office/drawing/2014/main" id="{3BC10C83-EACE-4C25-B121-AD97099C3738}"/>
              </a:ext>
            </a:extLst>
          </p:cNvPr>
          <p:cNvSpPr>
            <a:spLocks xmlns:a="http://schemas.openxmlformats.org/drawingml/2006/main" noGrp="1"/>
          </p:cNvSpPr>
          <p:nvPr/>
        </p:nvSpPr>
        <p:spPr>
          <a:xfrm xmlns:a="http://schemas.openxmlformats.org/drawingml/2006/main">
            <a:off x="990314"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9" name="Rechteck">
            <a:extLst xmlns:a="http://schemas.openxmlformats.org/drawingml/2006/main">
              <a:ext uri="{FF2B5EF4-FFF2-40B4-BE49-F238E27FC236}">
                <a16:creationId xmlns:a16="http://schemas.microsoft.com/office/drawing/2014/main" id="{B2D4D5E2-C33A-4F28-8A32-64EE292584B7}"/>
              </a:ext>
            </a:extLst>
          </p:cNvPr>
          <p:cNvSpPr>
            <a:spLocks xmlns:a="http://schemas.openxmlformats.org/drawingml/2006/main" noGrp="1"/>
          </p:cNvSpPr>
          <p:nvPr/>
        </p:nvSpPr>
        <p:spPr>
          <a:xfrm xmlns:a="http://schemas.openxmlformats.org/drawingml/2006/main">
            <a:off x="563880"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xmlns:a="http://schemas.openxmlformats.org/drawingml/2006/main">
              <a:ext uri="{FF2B5EF4-FFF2-40B4-BE49-F238E27FC236}">
                <a16:creationId xmlns:a16="http://schemas.microsoft.com/office/drawing/2014/main" id="{AC58726F-89BA-4722-B4A8-B21637F6AFEC}"/>
              </a:ext>
            </a:extLst>
          </p:cNvPr>
          <p:cNvSpPr>
            <a:spLocks xmlns:a="http://schemas.openxmlformats.org/drawingml/2006/main" noGrp="1"/>
          </p:cNvSpPr>
          <p:nvPr/>
        </p:nvSpPr>
        <p:spPr>
          <a:xfrm xmlns:a="http://schemas.openxmlformats.org/drawingml/2006/main">
            <a:off x="1416749"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1" name="Rechteck">
            <a:extLst xmlns:a="http://schemas.openxmlformats.org/drawingml/2006/main">
              <a:ext uri="{FF2B5EF4-FFF2-40B4-BE49-F238E27FC236}">
                <a16:creationId xmlns:a16="http://schemas.microsoft.com/office/drawing/2014/main" id="{4D4E692F-772A-48C3-B7F5-DFA9C52DB3D8}"/>
              </a:ext>
            </a:extLst>
          </p:cNvPr>
          <p:cNvSpPr>
            <a:spLocks xmlns:a="http://schemas.openxmlformats.org/drawingml/2006/main" noGrp="1"/>
          </p:cNvSpPr>
          <p:nvPr/>
        </p:nvSpPr>
        <p:spPr>
          <a:xfrm xmlns:a="http://schemas.openxmlformats.org/drawingml/2006/main">
            <a:off x="1843088"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xmlns:a="http://schemas.openxmlformats.org/drawingml/2006/main">
              <a:ext uri="{FF2B5EF4-FFF2-40B4-BE49-F238E27FC236}">
                <a16:creationId xmlns:a16="http://schemas.microsoft.com/office/drawing/2014/main" id="{00375B53-89A5-4B13-9B85-92BF41485641}"/>
              </a:ext>
            </a:extLst>
          </p:cNvPr>
          <p:cNvSpPr>
            <a:spLocks xmlns:a="http://schemas.openxmlformats.org/drawingml/2006/main" noGrp="1"/>
          </p:cNvSpPr>
          <p:nvPr/>
        </p:nvSpPr>
        <p:spPr>
          <a:xfrm xmlns:a="http://schemas.openxmlformats.org/drawingml/2006/main">
            <a:off x="137541"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xmlns:a="http://schemas.openxmlformats.org/drawingml/2006/main">
              <a:ext uri="{FF2B5EF4-FFF2-40B4-BE49-F238E27FC236}">
                <a16:creationId xmlns:a16="http://schemas.microsoft.com/office/drawing/2014/main" id="{813A41FF-9DF7-4115-B365-72A290DA0639}"/>
              </a:ext>
            </a:extLst>
          </p:cNvPr>
          <p:cNvSpPr>
            <a:spLocks xmlns:a="http://schemas.openxmlformats.org/drawingml/2006/main" noGrp="1"/>
          </p:cNvSpPr>
          <p:nvPr/>
        </p:nvSpPr>
        <p:spPr>
          <a:xfrm xmlns:a="http://schemas.openxmlformats.org/drawingml/2006/main">
            <a:off x="990314"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xmlns:a="http://schemas.openxmlformats.org/drawingml/2006/main">
              <a:ext uri="{FF2B5EF4-FFF2-40B4-BE49-F238E27FC236}">
                <a16:creationId xmlns:a16="http://schemas.microsoft.com/office/drawing/2014/main" id="{8575CC6F-4346-48F6-8E8F-7BA7CF11E1E0}"/>
              </a:ext>
            </a:extLst>
          </p:cNvPr>
          <p:cNvSpPr>
            <a:spLocks xmlns:a="http://schemas.openxmlformats.org/drawingml/2006/main" noGrp="1"/>
          </p:cNvSpPr>
          <p:nvPr/>
        </p:nvSpPr>
        <p:spPr>
          <a:xfrm xmlns:a="http://schemas.openxmlformats.org/drawingml/2006/main">
            <a:off x="563880"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xmlns:a="http://schemas.openxmlformats.org/drawingml/2006/main">
              <a:ext uri="{FF2B5EF4-FFF2-40B4-BE49-F238E27FC236}">
                <a16:creationId xmlns:a16="http://schemas.microsoft.com/office/drawing/2014/main" id="{1AF2C3AB-9733-44F9-9C20-A508BCB317BD}"/>
              </a:ext>
            </a:extLst>
          </p:cNvPr>
          <p:cNvSpPr>
            <a:spLocks xmlns:a="http://schemas.openxmlformats.org/drawingml/2006/main" noGrp="1"/>
          </p:cNvSpPr>
          <p:nvPr/>
        </p:nvSpPr>
        <p:spPr>
          <a:xfrm xmlns:a="http://schemas.openxmlformats.org/drawingml/2006/main">
            <a:off x="1416749"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xmlns:a="http://schemas.openxmlformats.org/drawingml/2006/main">
              <a:ext uri="{FF2B5EF4-FFF2-40B4-BE49-F238E27FC236}">
                <a16:creationId xmlns:a16="http://schemas.microsoft.com/office/drawing/2014/main" id="{14C5C638-E585-4A67-A7CC-F20C33B33C6F}"/>
              </a:ext>
            </a:extLst>
          </p:cNvPr>
          <p:cNvSpPr>
            <a:spLocks xmlns:a="http://schemas.openxmlformats.org/drawingml/2006/main" noGrp="1"/>
          </p:cNvSpPr>
          <p:nvPr/>
        </p:nvSpPr>
        <p:spPr>
          <a:xfrm xmlns:a="http://schemas.openxmlformats.org/drawingml/2006/main">
            <a:off x="1843088"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xmlns:a="http://schemas.openxmlformats.org/drawingml/2006/main">
              <a:ext uri="{FF2B5EF4-FFF2-40B4-BE49-F238E27FC236}">
                <a16:creationId xmlns:a16="http://schemas.microsoft.com/office/drawing/2014/main" id="{F1333136-F1A8-4260-92BE-552F2B7CB04F}"/>
              </a:ext>
            </a:extLst>
          </p:cNvPr>
          <p:cNvSpPr>
            <a:spLocks xmlns:a="http://schemas.openxmlformats.org/drawingml/2006/main" noGrp="1"/>
          </p:cNvSpPr>
          <p:nvPr/>
        </p:nvSpPr>
        <p:spPr>
          <a:xfrm xmlns:a="http://schemas.openxmlformats.org/drawingml/2006/main">
            <a:off x="134303" y="4785551"/>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2000" b="0" spc="100">
                <a:solidFill>
                  <a:srgbClr val="FFFFFF"/>
                </a:solidFill>
                <a:latin typeface="Futura"/>
                <a:ea typeface="Futura"/>
                <a:cs typeface="Futura"/>
              </a:defRPr>
            </a:lvl1pPr>
          </a:lstStyle>
          <a:p xmlns:a="http://schemas.openxmlformats.org/drawingml/2006/main">
            <a:r>
              <a:rPr sz="1000">
                <a:latin typeface="Arial"/>
                <a:ea typeface="Arial"/>
                <a:cs typeface="Arial"/>
              </a:rPr>
              <a:t>Social Network</a:t>
            </a:r>
          </a:p>
        </p:txBody>
      </p:sp>
      <p:sp>
        <p:nvSpPr>
          <p:cNvPr id="120" name="Rechteck">
            <a:extLst xmlns:a="http://schemas.openxmlformats.org/drawingml/2006/main">
              <a:ext uri="{FF2B5EF4-FFF2-40B4-BE49-F238E27FC236}">
                <a16:creationId xmlns:a16="http://schemas.microsoft.com/office/drawing/2014/main" id="{82877763-BFF5-457A-A6AF-6232ABA92FB1}"/>
              </a:ext>
            </a:extLst>
          </p:cNvPr>
          <p:cNvSpPr>
            <a:spLocks xmlns:a="http://schemas.openxmlformats.org/drawingml/2006/main" noGrp="1"/>
          </p:cNvSpPr>
          <p:nvPr/>
        </p:nvSpPr>
        <p:spPr>
          <a:xfrm xmlns:a="http://schemas.openxmlformats.org/drawingml/2006/main">
            <a:off x="137541"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xmlns:a="http://schemas.openxmlformats.org/drawingml/2006/main">
              <a:ext uri="{FF2B5EF4-FFF2-40B4-BE49-F238E27FC236}">
                <a16:creationId xmlns:a16="http://schemas.microsoft.com/office/drawing/2014/main" id="{8A2CD27C-2697-411B-8B68-CA001240C03D}"/>
              </a:ext>
            </a:extLst>
          </p:cNvPr>
          <p:cNvSpPr>
            <a:spLocks xmlns:a="http://schemas.openxmlformats.org/drawingml/2006/main" noGrp="1"/>
          </p:cNvSpPr>
          <p:nvPr/>
        </p:nvSpPr>
        <p:spPr>
          <a:xfrm xmlns:a="http://schemas.openxmlformats.org/drawingml/2006/main">
            <a:off x="990314"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xmlns:a="http://schemas.openxmlformats.org/drawingml/2006/main">
              <a:ext uri="{FF2B5EF4-FFF2-40B4-BE49-F238E27FC236}">
                <a16:creationId xmlns:a16="http://schemas.microsoft.com/office/drawing/2014/main" id="{993DFD79-B749-439C-AB0E-7D54E7EA0F1D}"/>
              </a:ext>
            </a:extLst>
          </p:cNvPr>
          <p:cNvSpPr>
            <a:spLocks xmlns:a="http://schemas.openxmlformats.org/drawingml/2006/main" noGrp="1"/>
          </p:cNvSpPr>
          <p:nvPr/>
        </p:nvSpPr>
        <p:spPr>
          <a:xfrm xmlns:a="http://schemas.openxmlformats.org/drawingml/2006/main">
            <a:off x="563880"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xmlns:a="http://schemas.openxmlformats.org/drawingml/2006/main">
              <a:ext uri="{FF2B5EF4-FFF2-40B4-BE49-F238E27FC236}">
                <a16:creationId xmlns:a16="http://schemas.microsoft.com/office/drawing/2014/main" id="{8AEFA1C4-374D-414C-835E-795152424B48}"/>
              </a:ext>
            </a:extLst>
          </p:cNvPr>
          <p:cNvSpPr>
            <a:spLocks xmlns:a="http://schemas.openxmlformats.org/drawingml/2006/main" noGrp="1"/>
          </p:cNvSpPr>
          <p:nvPr/>
        </p:nvSpPr>
        <p:spPr>
          <a:xfrm xmlns:a="http://schemas.openxmlformats.org/drawingml/2006/main">
            <a:off x="1416749"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xmlns:a="http://schemas.openxmlformats.org/drawingml/2006/main">
              <a:ext uri="{FF2B5EF4-FFF2-40B4-BE49-F238E27FC236}">
                <a16:creationId xmlns:a16="http://schemas.microsoft.com/office/drawing/2014/main" id="{F213A40E-63A3-4EFA-9928-B064883278CA}"/>
              </a:ext>
            </a:extLst>
          </p:cNvPr>
          <p:cNvSpPr>
            <a:spLocks xmlns:a="http://schemas.openxmlformats.org/drawingml/2006/main" noGrp="1"/>
          </p:cNvSpPr>
          <p:nvPr/>
        </p:nvSpPr>
        <p:spPr>
          <a:xfrm xmlns:a="http://schemas.openxmlformats.org/drawingml/2006/main">
            <a:off x="1843088"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xmlns:a="http://schemas.openxmlformats.org/drawingml/2006/main">
              <a:ext uri="{FF2B5EF4-FFF2-40B4-BE49-F238E27FC236}">
                <a16:creationId xmlns:a16="http://schemas.microsoft.com/office/drawing/2014/main" id="{FB0FBFAF-C580-4C89-ACB6-131CCB98D2F8}"/>
              </a:ext>
            </a:extLst>
          </p:cNvPr>
          <p:cNvSpPr>
            <a:spLocks xmlns:a="http://schemas.openxmlformats.org/drawingml/2006/main" noGrp="1"/>
          </p:cNvSpPr>
          <p:nvPr/>
        </p:nvSpPr>
        <p:spPr>
          <a:xfrm xmlns:a="http://schemas.openxmlformats.org/drawingml/2006/main">
            <a:off x="0" y="1474661"/>
            <a:ext cx="2526030" cy="81248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126" name="Alter">
            <a:extLst xmlns:a="http://schemas.openxmlformats.org/drawingml/2006/main">
              <a:ext uri="{FF2B5EF4-FFF2-40B4-BE49-F238E27FC236}">
                <a16:creationId xmlns:a16="http://schemas.microsoft.com/office/drawing/2014/main" id="{82D282F1-200E-47BC-AE96-45EF9528BF33}"/>
              </a:ext>
            </a:extLst>
          </p:cNvPr>
          <p:cNvSpPr>
            <a:spLocks xmlns:a="http://schemas.openxmlformats.org/drawingml/2006/main" noGrp="1"/>
          </p:cNvSpPr>
          <p:nvPr/>
        </p:nvSpPr>
        <p:spPr>
          <a:xfrm xmlns:a="http://schemas.openxmlformats.org/drawingml/2006/main">
            <a:off x="95250" y="1404652"/>
            <a:ext cx="2219325" cy="289560"/>
          </a:xfrm>
          <a:prstGeom xmlns:a="http://schemas.openxmlformats.org/drawingml/2006/main" prst="rect">
            <a:avLst/>
          </a:prstGeom>
          <a:ln xmlns:a="http://schemas.openxmlformats.org/drawingml/2006/main" w="3175"/>
        </p:spPr>
        <p:txBody>
          <a:bodyPr xmlns:a="http://schemas.openxmlformats.org/drawingml/2006/main" wrap="square" lIns="19050" tIns="19050" rIns="19050" bIns="19050" anchor="t">
            <a:spAutoFit/>
          </a:bodyPr>
          <a:lstStyle xmlns:a="http://schemas.openxmlformats.org/drawingml/2006/main">
            <a:defPPr>
              <a:defRPr sz="165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650">
                <a:solidFill>
                  <a:srgbClr val="132B3B"/>
                </a:solidFill>
                <a:latin typeface="Arial"/>
                <a:ea typeface="Arial"/>
                <a:cs typeface="Arial"/>
              </a:defRPr>
            </a:lvl2pPr>
            <a:lvl3pPr>
              <a:defRPr sz="1650">
                <a:solidFill>
                  <a:srgbClr val="132B3B"/>
                </a:solidFill>
                <a:latin typeface="Arial"/>
                <a:ea typeface="Arial"/>
                <a:cs typeface="Arial"/>
              </a:defRPr>
            </a:lvl3pPr>
            <a:lvl4pPr>
              <a:defRPr sz="1650">
                <a:solidFill>
                  <a:srgbClr val="132B3B"/>
                </a:solidFill>
                <a:latin typeface="Arial"/>
                <a:ea typeface="Arial"/>
                <a:cs typeface="Arial"/>
              </a:defRPr>
            </a:lvl4pPr>
            <a:lvl5pPr>
              <a:defRPr sz="1650">
                <a:solidFill>
                  <a:srgbClr val="132B3B"/>
                </a:solidFill>
                <a:latin typeface="Arial"/>
                <a:ea typeface="Arial"/>
                <a:cs typeface="Arial"/>
              </a:defRPr>
            </a:lvl5pPr>
            <a:lvl6pPr>
              <a:defRPr sz="1650">
                <a:solidFill>
                  <a:srgbClr val="132B3B"/>
                </a:solidFill>
                <a:latin typeface="Arial"/>
                <a:ea typeface="Arial"/>
                <a:cs typeface="Arial"/>
              </a:defRPr>
            </a:lvl6pPr>
            <a:lvl7pPr>
              <a:defRPr sz="1650">
                <a:solidFill>
                  <a:srgbClr val="132B3B"/>
                </a:solidFill>
                <a:latin typeface="Arial"/>
                <a:ea typeface="Arial"/>
                <a:cs typeface="Arial"/>
              </a:defRPr>
            </a:lvl7pPr>
            <a:lvl8pPr>
              <a:defRPr sz="1650">
                <a:solidFill>
                  <a:srgbClr val="132B3B"/>
                </a:solidFill>
                <a:latin typeface="Arial"/>
                <a:ea typeface="Arial"/>
                <a:cs typeface="Arial"/>
              </a:defRPr>
            </a:lvl8pPr>
            <a:lvl9pPr>
              <a:defRPr sz="1650">
                <a:solidFill>
                  <a:srgbClr val="132B3B"/>
                </a:solidFill>
                <a:latin typeface="Arial"/>
                <a:ea typeface="Arial"/>
                <a:cs typeface="Arial"/>
              </a:defRPr>
            </a:lvl9pPr>
          </a:lstStyle>
          <a:p xmlns:a="http://schemas.openxmlformats.org/drawingml/2006/main">
            <a:pPr>
              <a:defRPr sz="1650">
                <a:solidFill>
                  <a:srgbClr val="132B3B"/>
                </a:solidFill>
                <a:latin typeface="Arial"/>
                <a:ea typeface="Arial"/>
                <a:cs typeface="Arial"/>
              </a:defRPr>
            </a:pPr>
            <a:r>
              <a:rPr sz="1650">
                <a:solidFill>
                  <a:srgbClr val="132B3B"/>
                </a:solidFill>
                <a:latin typeface="Arial"/>
                <a:ea typeface="Arial"/>
                <a:cs typeface="Arial"/>
              </a:rPr>
              <a:t>Sarina</a:t>
            </a:r>
          </a:p>
        </p:txBody>
      </p:sp>
      <p:sp>
        <p:nvSpPr>
          <p:cNvPr id="127" name="Alter">
            <a:extLst xmlns:a="http://schemas.openxmlformats.org/drawingml/2006/main">
              <a:ext uri="{FF2B5EF4-FFF2-40B4-BE49-F238E27FC236}">
                <a16:creationId xmlns:a16="http://schemas.microsoft.com/office/drawing/2014/main" id="{11BB9D78-05FB-4E72-84FD-82AEFE511AA8}"/>
              </a:ext>
            </a:extLst>
          </p:cNvPr>
          <p:cNvSpPr>
            <a:spLocks xmlns:a="http://schemas.openxmlformats.org/drawingml/2006/main" noGrp="1"/>
          </p:cNvSpPr>
          <p:nvPr/>
        </p:nvSpPr>
        <p:spPr>
          <a:xfrm xmlns:a="http://schemas.openxmlformats.org/drawingml/2006/main">
            <a:off x="95250" y="1759268"/>
            <a:ext cx="775144"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Rentnerin</a:t>
            </a:r>
          </a:p>
        </p:txBody>
      </p:sp>
      <p:sp>
        <p:nvSpPr>
          <p:cNvPr id="128" name="Alter">
            <a:extLst xmlns:a="http://schemas.openxmlformats.org/drawingml/2006/main">
              <a:ext uri="{FF2B5EF4-FFF2-40B4-BE49-F238E27FC236}">
                <a16:creationId xmlns:a16="http://schemas.microsoft.com/office/drawing/2014/main" id="{64604045-0650-4147-8288-58A2687C8947}"/>
              </a:ext>
            </a:extLst>
          </p:cNvPr>
          <p:cNvSpPr>
            <a:spLocks xmlns:a="http://schemas.openxmlformats.org/drawingml/2006/main" noGrp="1"/>
          </p:cNvSpPr>
          <p:nvPr/>
        </p:nvSpPr>
        <p:spPr>
          <a:xfrm xmlns:a="http://schemas.openxmlformats.org/drawingml/2006/main">
            <a:off x="95250" y="2025587"/>
            <a:ext cx="1123664"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Coiffeuse EFZ</a:t>
            </a:r>
          </a:p>
        </p:txBody>
      </p:sp>
      <p:sp>
        <p:nvSpPr>
          <p:cNvPr id="129" name="Rechteck">
            <a:extLst xmlns:a="http://schemas.openxmlformats.org/drawingml/2006/main">
              <a:ext uri="{FF2B5EF4-FFF2-40B4-BE49-F238E27FC236}">
                <a16:creationId xmlns:a16="http://schemas.microsoft.com/office/drawing/2014/main" id="{3F0810EF-5BC7-4BD1-8421-E11BF336FF35}"/>
              </a:ext>
            </a:extLst>
          </p:cNvPr>
          <p:cNvSpPr>
            <a:spLocks xmlns:a="http://schemas.openxmlformats.org/drawingml/2006/main" noGrp="1"/>
          </p:cNvSpPr>
          <p:nvPr/>
        </p:nvSpPr>
        <p:spPr>
          <a:xfrm xmlns:a="http://schemas.openxmlformats.org/drawingml/2006/main">
            <a:off x="2565845" y="737140"/>
            <a:ext cx="4292156" cy="633317"/>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42" name="Alter">
            <a:extLst xmlns:a="http://schemas.openxmlformats.org/drawingml/2006/main">
              <a:ext uri="{FF2B5EF4-FFF2-40B4-BE49-F238E27FC236}">
                <a16:creationId xmlns:a16="http://schemas.microsoft.com/office/drawing/2014/main" id="{E9D5841D-B961-4677-ADD2-ED747BCE5EF2}"/>
              </a:ext>
            </a:extLst>
          </p:cNvPr>
          <p:cNvSpPr>
            <a:spLocks xmlns:a="http://schemas.openxmlformats.org/drawingml/2006/main" noGrp="1"/>
          </p:cNvSpPr>
          <p:nvPr/>
        </p:nvSpPr>
        <p:spPr>
          <a:xfrm xmlns:a="http://schemas.openxmlformats.org/drawingml/2006/main">
            <a:off x="2724150" y="990600"/>
            <a:ext cx="11430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Alter: 76</a:t>
            </a:r>
          </a:p>
        </p:txBody>
      </p:sp>
      <p:sp>
        <p:nvSpPr>
          <p:cNvPr id="43" name="Wohnort">
            <a:extLst xmlns:a="http://schemas.openxmlformats.org/drawingml/2006/main">
              <a:ext uri="{FF2B5EF4-FFF2-40B4-BE49-F238E27FC236}">
                <a16:creationId xmlns:a16="http://schemas.microsoft.com/office/drawing/2014/main" id="{B4B6DA3A-CE7A-4C1A-82F7-A06F4FEF286E}"/>
              </a:ext>
            </a:extLst>
          </p:cNvPr>
          <p:cNvSpPr>
            <a:spLocks xmlns:a="http://schemas.openxmlformats.org/drawingml/2006/main" noGrp="1"/>
          </p:cNvSpPr>
          <p:nvPr/>
        </p:nvSpPr>
        <p:spPr>
          <a:xfrm xmlns:a="http://schemas.openxmlformats.org/drawingml/2006/main">
            <a:off x="3962400" y="990600"/>
            <a:ext cx="12954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Ort: Windisch</a:t>
            </a:r>
          </a:p>
        </p:txBody>
      </p:sp>
      <p:sp>
        <p:nvSpPr>
          <p:cNvPr id="44" name="Familienstatus">
            <a:extLst xmlns:a="http://schemas.openxmlformats.org/drawingml/2006/main">
              <a:ext uri="{FF2B5EF4-FFF2-40B4-BE49-F238E27FC236}">
                <a16:creationId xmlns:a16="http://schemas.microsoft.com/office/drawing/2014/main" id="{0EAEA570-8D74-43FC-8C79-3B6AD5E1ABED}"/>
              </a:ext>
            </a:extLst>
          </p:cNvPr>
          <p:cNvSpPr>
            <a:spLocks xmlns:a="http://schemas.openxmlformats.org/drawingml/2006/main" noGrp="1"/>
          </p:cNvSpPr>
          <p:nvPr/>
        </p:nvSpPr>
        <p:spPr>
          <a:xfrm xmlns:a="http://schemas.openxmlformats.org/drawingml/2006/main">
            <a:off x="5314950" y="990600"/>
            <a:ext cx="13335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Status: Single</a:t>
            </a:r>
          </a:p>
        </p:txBody>
      </p:sp>
      <p:sp>
        <p:nvSpPr>
          <p:cNvPr id="130" name="Alter">
            <a:extLst xmlns:a="http://schemas.openxmlformats.org/drawingml/2006/main">
              <a:ext uri="{FF2B5EF4-FFF2-40B4-BE49-F238E27FC236}">
                <a16:creationId xmlns:a16="http://schemas.microsoft.com/office/drawing/2014/main" id="{F5FC5F0C-C18F-4BAA-A0B3-F18DFEB8F87B}"/>
              </a:ext>
            </a:extLst>
          </p:cNvPr>
          <p:cNvSpPr>
            <a:spLocks xmlns:a="http://schemas.openxmlformats.org/drawingml/2006/main" noGrp="1"/>
          </p:cNvSpPr>
          <p:nvPr/>
        </p:nvSpPr>
        <p:spPr>
          <a:xfrm xmlns:a="http://schemas.openxmlformats.org/drawingml/2006/main">
            <a:off x="1002697" y="1128808"/>
            <a:ext cx="358902" cy="25908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lgn="l">
              <a:buNone/>
              <a:defRPr sz="1500" b="0" spc="75">
                <a:solidFill>
                  <a:srgbClr val="FFFFFF"/>
                </a:solidFill>
                <a:latin typeface="Futura"/>
                <a:ea typeface="Futura"/>
                <a:cs typeface="Futura"/>
              </a:defRPr>
            </a:lvl1pPr>
          </a:lstStyle>
          <a:p xmlns:a="http://schemas.openxmlformats.org/drawingml/2006/main">
            <a:r>
              <a:rPr sz="1200">
                <a:latin typeface="Arial"/>
                <a:ea typeface="Arial"/>
                <a:cs typeface="Arial"/>
              </a:rPr>
              <a:t>Bild</a:t>
            </a:r>
          </a:p>
        </p:txBody>
      </p:sp>
      <p:sp>
        <p:nvSpPr>
          <p:cNvPr id="133" name="Digitale Fähigkeiten">
            <a:extLst xmlns:a="http://schemas.openxmlformats.org/drawingml/2006/main">
              <a:ext uri="{FF2B5EF4-FFF2-40B4-BE49-F238E27FC236}">
                <a16:creationId xmlns:a16="http://schemas.microsoft.com/office/drawing/2014/main" id="{95639156-22EA-4C71-9604-82EE6697CA59}"/>
              </a:ext>
            </a:extLst>
          </p:cNvPr>
          <p:cNvSpPr>
            <a:spLocks xmlns:a="http://schemas.openxmlformats.org/drawingml/2006/main" noGrp="1"/>
          </p:cNvSpPr>
          <p:nvPr/>
        </p:nvSpPr>
        <p:spPr>
          <a:xfrm xmlns:a="http://schemas.openxmlformats.org/drawingml/2006/main">
            <a:off x="106013" y="3408617"/>
            <a:ext cx="1878933"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Digitale Fähigkeiten</a:t>
            </a:r>
          </a:p>
        </p:txBody>
      </p:sp>
      <p:sp>
        <p:nvSpPr>
          <p:cNvPr id="137" name="Digitale Fähigkeiten">
            <a:extLst xmlns:a="http://schemas.openxmlformats.org/drawingml/2006/main">
              <a:ext uri="{FF2B5EF4-FFF2-40B4-BE49-F238E27FC236}">
                <a16:creationId xmlns:a16="http://schemas.microsoft.com/office/drawing/2014/main" id="{CC16A71D-C474-48D6-B981-443BBB56BFFC}"/>
              </a:ext>
            </a:extLst>
          </p:cNvPr>
          <p:cNvSpPr>
            <a:spLocks xmlns:a="http://schemas.openxmlformats.org/drawingml/2006/main" noGrp="1"/>
          </p:cNvSpPr>
          <p:nvPr/>
        </p:nvSpPr>
        <p:spPr>
          <a:xfrm xmlns:a="http://schemas.openxmlformats.org/drawingml/2006/main">
            <a:off x="79915" y="5241798"/>
            <a:ext cx="1347915"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Persönlichkeit</a:t>
            </a:r>
          </a:p>
        </p:txBody>
      </p:sp>
      <p:sp>
        <p:nvSpPr>
          <p:cNvPr id="142" name="„Kurzbeschreibung in Form eines Zitats. Wie würde sich unsere Persona selbst beschreiben?“">
            <a:extLst xmlns:a="http://schemas.openxmlformats.org/drawingml/2006/main">
              <a:ext uri="{FF2B5EF4-FFF2-40B4-BE49-F238E27FC236}">
                <a16:creationId xmlns:a16="http://schemas.microsoft.com/office/drawing/2014/main" id="{BBBCFEF8-EC0F-4D66-8148-8817A5F7ECFA}"/>
              </a:ext>
            </a:extLst>
          </p:cNvPr>
          <p:cNvSpPr>
            <a:spLocks xmlns:a="http://schemas.openxmlformats.org/drawingml/2006/main" noGrp="1"/>
          </p:cNvSpPr>
          <p:nvPr/>
        </p:nvSpPr>
        <p:spPr>
          <a:xfrm xmlns:a="http://schemas.openxmlformats.org/drawingml/2006/main">
            <a:off x="2724150" y="190500"/>
            <a:ext cx="3905250" cy="60960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200" b="0">
                <a:solidFill>
                  <a:srgbClr val="132B3B"/>
                </a:solidFill>
                <a:latin typeface="Avenir Book Oblique"/>
                <a:ea typeface="Avenir Book Oblique"/>
                <a:cs typeface="Avenir Book Oblique"/>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„Ich möchte mein Spielbudget einfach in Jetons umwandeln und sofort loslegen.“</a:t>
            </a:r>
          </a:p>
        </p:txBody>
      </p:sp>
      <p:sp>
        <p:nvSpPr>
          <p:cNvPr id="146" name="Szenario/Bio">
            <a:extLst xmlns:a="http://schemas.openxmlformats.org/drawingml/2006/main">
              <a:ext uri="{FF2B5EF4-FFF2-40B4-BE49-F238E27FC236}">
                <a16:creationId xmlns:a16="http://schemas.microsoft.com/office/drawing/2014/main" id="{2EA78725-E414-45A0-B0B0-77706EA3C96E}"/>
              </a:ext>
            </a:extLst>
          </p:cNvPr>
          <p:cNvSpPr>
            <a:spLocks xmlns:a="http://schemas.openxmlformats.org/drawingml/2006/main" noGrp="1"/>
          </p:cNvSpPr>
          <p:nvPr/>
        </p:nvSpPr>
        <p:spPr>
          <a:xfrm xmlns:a="http://schemas.openxmlformats.org/drawingml/2006/main">
            <a:off x="2715101" y="1356170"/>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2A108906-8453-449A-9AC4-F3A016E1F1C2}"/>
              </a:ext>
            </a:extLst>
          </p:cNvPr>
          <p:cNvSpPr>
            <a:spLocks xmlns:a="http://schemas.openxmlformats.org/drawingml/2006/main" noGrp="1"/>
          </p:cNvSpPr>
          <p:nvPr/>
        </p:nvSpPr>
        <p:spPr>
          <a:xfrm xmlns:a="http://schemas.openxmlformats.org/drawingml/2006/main">
            <a:off x="2723579" y="1552766"/>
            <a:ext cx="3896201" cy="62484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Sarina ist 76, pensionierte Coiffeuse und nutzt vor allem ihr Tablet. Sie spielt gelegentlich Karten und möchte ihr Spielbudget jederzeit im Blick behalten.</a:t>
            </a:r>
          </a:p>
        </p:txBody>
      </p:sp>
      <p:pic>
        <p:nvPicPr>
          <p:cNvPr id="294" name="Grafik 160">
            <a:extLst xmlns:a="http://schemas.openxmlformats.org/drawingml/2006/main">
              <a:ext uri="{FF2B5EF4-FFF2-40B4-BE49-F238E27FC236}">
                <a16:creationId xmlns:a16="http://schemas.microsoft.com/office/drawing/2014/main" id="{316C539B-5B6C-4B81-BF6E-8C9FAB9ABB9E}"/>
              </a:ext>
            </a:extLst>
          </p:cNvPr>
          <p:cNvPicPr>
            <a:picLocks xmlns:a="http://schemas.openxmlformats.org/drawingml/2006/main" noChangeAspect="1"/>
          </p:cNvPicPr>
          <p:nvPr/>
        </p:nvPicPr>
        <p:blipFill>
          <a:blip xmlns:r="http://schemas.openxmlformats.org/officeDocument/2006/relationships" xmlns:a="http://schemas.openxmlformats.org/drawingml/2006/main" r:embed="R7a92e4a61dd24312"/>
          <a:stretch xmlns:a="http://schemas.openxmlformats.org/drawingml/2006/main">
            <a:fillRect l="0" t="0" r="0" b="0"/>
          </a:stretch>
        </p:blipFill>
        <p:spPr>
          <a:xfrm xmlns:a="http://schemas.openxmlformats.org/drawingml/2006/main">
            <a:off x="199459" y="7886105"/>
            <a:ext cx="361188" cy="361188"/>
          </a:xfrm>
          <a:prstGeom xmlns:a="http://schemas.openxmlformats.org/drawingml/2006/main" prst="rect">
            <a:avLst/>
          </a:prstGeom>
        </p:spPr>
      </p:pic>
      <p:pic>
        <p:nvPicPr>
          <p:cNvPr id="295" name="Grafik 168">
            <a:extLst xmlns:a="http://schemas.openxmlformats.org/drawingml/2006/main">
              <a:ext uri="{FF2B5EF4-FFF2-40B4-BE49-F238E27FC236}">
                <a16:creationId xmlns:a16="http://schemas.microsoft.com/office/drawing/2014/main" id="{DF80CCC9-5269-489E-885C-841923842F5D}"/>
              </a:ext>
            </a:extLst>
          </p:cNvPr>
          <p:cNvPicPr>
            <a:picLocks xmlns:a="http://schemas.openxmlformats.org/drawingml/2006/main" noChangeAspect="1"/>
          </p:cNvPicPr>
          <p:nvPr/>
        </p:nvPicPr>
        <p:blipFill>
          <a:blip xmlns:r="http://schemas.openxmlformats.org/officeDocument/2006/relationships" xmlns:a="http://schemas.openxmlformats.org/drawingml/2006/main" r:embed="R08cfd631900e4700"/>
          <a:stretch xmlns:a="http://schemas.openxmlformats.org/drawingml/2006/main">
            <a:fillRect l="0" t="0" r="0" b="0"/>
          </a:stretch>
        </p:blipFill>
        <p:spPr>
          <a:xfrm xmlns:a="http://schemas.openxmlformats.org/drawingml/2006/main">
            <a:off x="598262" y="7876712"/>
            <a:ext cx="361188" cy="361188"/>
          </a:xfrm>
          <a:prstGeom xmlns:a="http://schemas.openxmlformats.org/drawingml/2006/main" prst="rect">
            <a:avLst/>
          </a:prstGeom>
        </p:spPr>
      </p:pic>
      <p:sp>
        <p:nvSpPr>
          <p:cNvPr id="170" name="Digitale Fähigkeiten">
            <a:extLst xmlns:a="http://schemas.openxmlformats.org/drawingml/2006/main">
              <a:ext uri="{FF2B5EF4-FFF2-40B4-BE49-F238E27FC236}">
                <a16:creationId xmlns:a16="http://schemas.microsoft.com/office/drawing/2014/main" id="{821DEF16-F116-4C22-BE2F-DF356BBE6A40}"/>
              </a:ext>
            </a:extLst>
          </p:cNvPr>
          <p:cNvSpPr>
            <a:spLocks xmlns:a="http://schemas.openxmlformats.org/drawingml/2006/main" noGrp="1"/>
          </p:cNvSpPr>
          <p:nvPr/>
        </p:nvSpPr>
        <p:spPr>
          <a:xfrm xmlns:a="http://schemas.openxmlformats.org/drawingml/2006/main">
            <a:off x="100203" y="2325719"/>
            <a:ext cx="1152080"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Technologie</a:t>
            </a:r>
          </a:p>
        </p:txBody>
      </p:sp>
      <p:pic>
        <p:nvPicPr>
          <p:cNvPr id="297" name="Grafik 175">
            <a:extLst xmlns:a="http://schemas.openxmlformats.org/drawingml/2006/main">
              <a:ext uri="{FF2B5EF4-FFF2-40B4-BE49-F238E27FC236}">
                <a16:creationId xmlns:a16="http://schemas.microsoft.com/office/drawing/2014/main" id="{48BE4BF9-9F8C-406B-B908-DB2EFF6D0A38}"/>
              </a:ext>
            </a:extLst>
          </p:cNvPr>
          <p:cNvPicPr>
            <a:picLocks xmlns:a="http://schemas.openxmlformats.org/drawingml/2006/main" noChangeAspect="1"/>
          </p:cNvPicPr>
          <p:nvPr/>
        </p:nvPicPr>
        <p:blipFill>
          <a:blip xmlns:r="http://schemas.openxmlformats.org/officeDocument/2006/relationships" xmlns:a="http://schemas.openxmlformats.org/drawingml/2006/main" r:embed="R876e5d19383f4292"/>
          <a:stretch xmlns:a="http://schemas.openxmlformats.org/drawingml/2006/main">
            <a:fillRect l="0" t="0" r="0" b="0"/>
          </a:stretch>
        </p:blipFill>
        <p:spPr>
          <a:xfrm xmlns:a="http://schemas.openxmlformats.org/drawingml/2006/main">
            <a:off x="162886" y="2982875"/>
            <a:ext cx="361188" cy="361188"/>
          </a:xfrm>
          <a:prstGeom xmlns:a="http://schemas.openxmlformats.org/drawingml/2006/main" prst="rect">
            <a:avLst/>
          </a:prstGeom>
        </p:spPr>
      </p:pic>
      <p:pic>
        <p:nvPicPr>
          <p:cNvPr id="298" name="Grafik 176">
            <a:extLst xmlns:a="http://schemas.openxmlformats.org/drawingml/2006/main">
              <a:ext uri="{FF2B5EF4-FFF2-40B4-BE49-F238E27FC236}">
                <a16:creationId xmlns:a16="http://schemas.microsoft.com/office/drawing/2014/main" id="{EA489BBF-F559-42E2-A044-D44B1B9617A0}"/>
              </a:ext>
            </a:extLst>
          </p:cNvPr>
          <p:cNvPicPr>
            <a:picLocks xmlns:a="http://schemas.openxmlformats.org/drawingml/2006/main" noChangeAspect="1"/>
          </p:cNvPicPr>
          <p:nvPr/>
        </p:nvPicPr>
        <p:blipFill>
          <a:blip xmlns:r="http://schemas.openxmlformats.org/officeDocument/2006/relationships" xmlns:a="http://schemas.openxmlformats.org/drawingml/2006/main" r:embed="R87c090692ce64fe6"/>
          <a:stretch xmlns:a="http://schemas.openxmlformats.org/drawingml/2006/main">
            <a:fillRect l="0" t="0" r="0" b="0"/>
          </a:stretch>
        </p:blipFill>
        <p:spPr>
          <a:xfrm xmlns:a="http://schemas.openxmlformats.org/drawingml/2006/main">
            <a:off x="682382" y="2972196"/>
            <a:ext cx="361188" cy="361188"/>
          </a:xfrm>
          <a:prstGeom xmlns:a="http://schemas.openxmlformats.org/drawingml/2006/main" prst="rect">
            <a:avLst/>
          </a:prstGeom>
        </p:spPr>
      </p:pic>
      <p:sp>
        <p:nvSpPr>
          <p:cNvPr id="178" name="Digitale Fähigkeiten">
            <a:extLst xmlns:a="http://schemas.openxmlformats.org/drawingml/2006/main">
              <a:ext uri="{FF2B5EF4-FFF2-40B4-BE49-F238E27FC236}">
                <a16:creationId xmlns:a16="http://schemas.microsoft.com/office/drawing/2014/main" id="{82A58D85-42C8-48A9-A00B-31BE53B3F5C8}"/>
              </a:ext>
            </a:extLst>
          </p:cNvPr>
          <p:cNvSpPr>
            <a:spLocks xmlns:a="http://schemas.openxmlformats.org/drawingml/2006/main" noGrp="1"/>
          </p:cNvSpPr>
          <p:nvPr/>
        </p:nvSpPr>
        <p:spPr>
          <a:xfrm xmlns:a="http://schemas.openxmlformats.org/drawingml/2006/main">
            <a:off x="136017" y="7552277"/>
            <a:ext cx="804481"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Browser</a:t>
            </a:r>
          </a:p>
        </p:txBody>
      </p:sp>
      <p:sp>
        <p:nvSpPr>
          <p:cNvPr id="179" name="Digitale Fähigkeiten">
            <a:extLst xmlns:a="http://schemas.openxmlformats.org/drawingml/2006/main">
              <a:ext uri="{FF2B5EF4-FFF2-40B4-BE49-F238E27FC236}">
                <a16:creationId xmlns:a16="http://schemas.microsoft.com/office/drawing/2014/main" id="{656CB1C1-874D-46D5-BD82-E2CBE1600F4C}"/>
              </a:ext>
            </a:extLst>
          </p:cNvPr>
          <p:cNvSpPr>
            <a:spLocks xmlns:a="http://schemas.openxmlformats.org/drawingml/2006/main" noGrp="1"/>
          </p:cNvSpPr>
          <p:nvPr/>
        </p:nvSpPr>
        <p:spPr>
          <a:xfrm xmlns:a="http://schemas.openxmlformats.org/drawingml/2006/main">
            <a:off x="128016" y="8343995"/>
            <a:ext cx="1241044"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Appsnutzung</a:t>
            </a:r>
          </a:p>
        </p:txBody>
      </p:sp>
      <p:pic>
        <p:nvPicPr>
          <p:cNvPr id="301" name="Grafik 2">
            <a:extLst xmlns:a="http://schemas.openxmlformats.org/drawingml/2006/main">
              <a:ext uri="{FF2B5EF4-FFF2-40B4-BE49-F238E27FC236}">
                <a16:creationId xmlns:a16="http://schemas.microsoft.com/office/drawing/2014/main" id="{E85F109B-BADE-4F5F-A964-C27698BE28AC}"/>
              </a:ext>
            </a:extLst>
          </p:cNvPr>
          <p:cNvPicPr>
            <a:picLocks xmlns:a="http://schemas.openxmlformats.org/drawingml/2006/main" noChangeAspect="1"/>
          </p:cNvPicPr>
          <p:nvPr/>
        </p:nvPicPr>
        <p:blipFill>
          <a:blip xmlns:r="http://schemas.openxmlformats.org/officeDocument/2006/relationships" xmlns:a="http://schemas.openxmlformats.org/drawingml/2006/main" r:embed="Rc30d40a54dee4dd6"/>
          <a:stretch xmlns:a="http://schemas.openxmlformats.org/drawingml/2006/main">
            <a:fillRect l="0" t="0" r="0" b="0"/>
          </a:stretch>
        </p:blipFill>
        <p:spPr>
          <a:xfrm xmlns:a="http://schemas.openxmlformats.org/drawingml/2006/main">
            <a:off x="508777" y="32215"/>
            <a:ext cx="1436954" cy="1408668"/>
          </a:xfrm>
          <a:prstGeom xmlns:a="http://schemas.openxmlformats.org/drawingml/2006/main" prst="ellipse">
            <a:avLst/>
          </a:prstGeom>
        </p:spPr>
      </p:pic>
      <p:sp>
        <p:nvSpPr>
          <p:cNvPr id="8" name="Szenario/Bio">
            <a:extLst xmlns:a="http://schemas.openxmlformats.org/drawingml/2006/main">
              <a:ext uri="{FF2B5EF4-FFF2-40B4-BE49-F238E27FC236}">
                <a16:creationId xmlns:a16="http://schemas.microsoft.com/office/drawing/2014/main" id="{A18CC650-64E9-CE9D-B2CD-B8F23CF1DA62}"/>
              </a:ext>
            </a:extLst>
          </p:cNvPr>
          <p:cNvSpPr>
            <a:spLocks xmlns:a="http://schemas.openxmlformats.org/drawingml/2006/main" noGrp="1"/>
          </p:cNvSpPr>
          <p:nvPr/>
        </p:nvSpPr>
        <p:spPr>
          <a:xfrm xmlns:a="http://schemas.openxmlformats.org/drawingml/2006/main">
            <a:off x="2702338" y="2860358"/>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Nutzungsgrund</a:t>
            </a:r>
          </a:p>
        </p:txBody>
      </p:sp>
      <p:sp>
        <p:nvSpPr>
          <p:cNvPr id="11"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347DC844-66C0-EE16-5FCD-082025B9AAED}"/>
              </a:ext>
            </a:extLst>
          </p:cNvPr>
          <p:cNvSpPr>
            <a:spLocks xmlns:a="http://schemas.openxmlformats.org/drawingml/2006/main" noGrp="1"/>
          </p:cNvSpPr>
          <p:nvPr/>
        </p:nvSpPr>
        <p:spPr>
          <a:xfrm xmlns:a="http://schemas.openxmlformats.org/drawingml/2006/main">
            <a:off x="2723579" y="3071813"/>
            <a:ext cx="3896201" cy="62484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Sie möchte einen frei gewählten Betrag einfach in Jetons umwandeln und ihr verfügbares Guthaben sofort erkennen.</a:t>
            </a:r>
          </a:p>
        </p:txBody>
      </p:sp>
      <p:sp>
        <p:nvSpPr>
          <p:cNvPr id="16" name="Szenario/Bio">
            <a:extLst xmlns:a="http://schemas.openxmlformats.org/drawingml/2006/main">
              <a:ext uri="{FF2B5EF4-FFF2-40B4-BE49-F238E27FC236}">
                <a16:creationId xmlns:a16="http://schemas.microsoft.com/office/drawing/2014/main" id="{2C80E7B7-AAB0-10EE-3ACB-A3C87E2227E7}"/>
              </a:ext>
            </a:extLst>
          </p:cNvPr>
          <p:cNvSpPr>
            <a:spLocks xmlns:a="http://schemas.openxmlformats.org/drawingml/2006/main" noGrp="1"/>
          </p:cNvSpPr>
          <p:nvPr/>
        </p:nvSpPr>
        <p:spPr>
          <a:xfrm xmlns:a="http://schemas.openxmlformats.org/drawingml/2006/main">
            <a:off x="2724150" y="5476875"/>
            <a:ext cx="3914775" cy="3238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425" b="1">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425" b="1">
                <a:solidFill>
                  <a:srgbClr val="132B3B"/>
                </a:solidFill>
                <a:latin typeface="Arial"/>
                <a:ea typeface="Arial"/>
                <a:cs typeface="Arial"/>
              </a:defRPr>
            </a:lvl2pPr>
            <a:lvl3pPr>
              <a:defRPr sz="1425" b="1">
                <a:solidFill>
                  <a:srgbClr val="132B3B"/>
                </a:solidFill>
                <a:latin typeface="Arial"/>
                <a:ea typeface="Arial"/>
                <a:cs typeface="Arial"/>
              </a:defRPr>
            </a:lvl3pPr>
            <a:lvl4pPr>
              <a:defRPr sz="1425" b="1">
                <a:solidFill>
                  <a:srgbClr val="132B3B"/>
                </a:solidFill>
                <a:latin typeface="Arial"/>
                <a:ea typeface="Arial"/>
                <a:cs typeface="Arial"/>
              </a:defRPr>
            </a:lvl4pPr>
            <a:lvl5pPr>
              <a:defRPr sz="1425" b="1">
                <a:solidFill>
                  <a:srgbClr val="132B3B"/>
                </a:solidFill>
                <a:latin typeface="Arial"/>
                <a:ea typeface="Arial"/>
                <a:cs typeface="Arial"/>
              </a:defRPr>
            </a:lvl5pPr>
            <a:lvl6pPr>
              <a:defRPr sz="1425" b="1">
                <a:solidFill>
                  <a:srgbClr val="132B3B"/>
                </a:solidFill>
                <a:latin typeface="Arial"/>
                <a:ea typeface="Arial"/>
                <a:cs typeface="Arial"/>
              </a:defRPr>
            </a:lvl6pPr>
            <a:lvl7pPr>
              <a:defRPr sz="1425" b="1">
                <a:solidFill>
                  <a:srgbClr val="132B3B"/>
                </a:solidFill>
                <a:latin typeface="Arial"/>
                <a:ea typeface="Arial"/>
                <a:cs typeface="Arial"/>
              </a:defRPr>
            </a:lvl7pPr>
            <a:lvl8pPr>
              <a:defRPr sz="1425" b="1">
                <a:solidFill>
                  <a:srgbClr val="132B3B"/>
                </a:solidFill>
                <a:latin typeface="Arial"/>
                <a:ea typeface="Arial"/>
                <a:cs typeface="Arial"/>
              </a:defRPr>
            </a:lvl8pPr>
            <a:lvl9pPr>
              <a:defRPr sz="1425" b="1">
                <a:solidFill>
                  <a:srgbClr val="132B3B"/>
                </a:solidFill>
                <a:latin typeface="Arial"/>
                <a:ea typeface="Arial"/>
                <a:cs typeface="Arial"/>
              </a:defRPr>
            </a:lvl9pPr>
          </a:lstStyle>
          <a:p xmlns:a="http://schemas.openxmlformats.org/drawingml/2006/main">
            <a:pPr>
              <a:defRPr sz="1425" b="1">
                <a:solidFill>
                  <a:srgbClr val="132B3B"/>
                </a:solidFill>
                <a:latin typeface="Arial"/>
                <a:ea typeface="Arial"/>
                <a:cs typeface="Arial"/>
              </a:defRPr>
            </a:pPr>
            <a:r>
              <a:rPr sz="1425" b="1">
                <a:solidFill>
                  <a:srgbClr val="132B3B"/>
                </a:solidFill>
                <a:latin typeface="Arial"/>
                <a:ea typeface="Arial"/>
                <a:cs typeface="Arial"/>
              </a:rPr>
              <a:t>US-05 Jetons kaufen</a:t>
            </a:r>
          </a:p>
        </p:txBody>
      </p:sp>
      <p:sp>
        <p:nvSpPr>
          <p:cNvPr id="20"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D402C09C-E8A7-5E55-4333-E50D4A51CDE6}"/>
              </a:ext>
            </a:extLst>
          </p:cNvPr>
          <p:cNvSpPr>
            <a:spLocks xmlns:a="http://schemas.openxmlformats.org/drawingml/2006/main" noGrp="1"/>
          </p:cNvSpPr>
          <p:nvPr/>
        </p:nvSpPr>
        <p:spPr>
          <a:xfrm xmlns:a="http://schemas.openxmlformats.org/drawingml/2006/main">
            <a:off x="2724150" y="5857875"/>
            <a:ext cx="3914775" cy="3667125"/>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Als Spielerin möchte ich einen Betrag von CHF 5 bis 500 in Jetons umwandeln, damit ich mein Spielbudget festlege.</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Akzeptanz</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1. CHF 25 ergibt 250 Jetons. Der Kurs beträgt 1 CHF = 10 Jetons; Bruchteile werden abgerundet.</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2. Negative Beträge, null, Text, fehlerhafte Dezimalzahlen und Beträge ausserhalb der Grenzen werden abgelehnt.</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3. Nach dem Kauf erscheinen Lobby und Guthaben.</a:t>
            </a:r>
          </a:p>
        </p:txBody>
      </p:sp>
    </p:spTree>
    <p:extLst>
      <p:ext uri="{BB962C8B-B14F-4D97-AF65-F5344CB8AC3E}">
        <p14:creationId xmlns:p14="http://schemas.microsoft.com/office/powerpoint/2010/main" val="4018722917"/>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2026-10-29T10:35:26.1220000Z</dcterms:created>
  <dcterms:modified xsi:type="dcterms:W3CDTF">2026-10-29T10:35:26.1220000Z</dcterms:modified>
</coreProperties>
</file>