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4537bf6f4e40c8" /><Relationship Type="http://schemas.openxmlformats.org/officeDocument/2006/relationships/extended-properties" Target="/docProps/app.xml" Id="R83ace5c6908a42c7" /><Relationship Type="http://schemas.openxmlformats.org/officeDocument/2006/relationships/officeDocument" Target="/ppt/presentation.xml" Id="Ra15e619fabbb4825" /></Relationships>
</file>

<file path=ppt/presentation.xml><?xml version="1.0" encoding="utf-8"?>
<p:presentation xmlns:p="http://schemas.openxmlformats.org/presentationml/2006/main">
  <p:sldMasterIdLst>
    <p:sldMasterId xmlns:r="http://schemas.openxmlformats.org/officeDocument/2006/relationships" id="2147483648" r:id="Ra0f417b1b67d4e67"/>
  </p:sldMasterIdLst>
  <p:notesMasterIdLst>
    <p:notesMasterId xmlns:r="http://schemas.openxmlformats.org/officeDocument/2006/relationships" r:id="Re71a1d6456394722"/>
  </p:notesMasterIdLst>
  <p:sldIdLst>
    <p:sldId xmlns:r="http://schemas.openxmlformats.org/officeDocument/2006/relationships" id="256" r:id="R4c08150d49a04d0e"/>
  </p:sldIdLst>
  <p:sldSz cx="6858000" cy="9906000"/>
  <p:notesSz cx="6858000" cy="9144000"/>
</p:presentation>
</file>

<file path=ppt/authors.xml><?xml version="1.0" encoding="utf-8"?>
<p188:authorLst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c732ee39cc44750" /><Relationship Type="http://schemas.openxmlformats.org/officeDocument/2006/relationships/slideMaster" Target="/ppt/slideMasters/slideMaster1.xml" Id="Ra0f417b1b67d4e67" /><Relationship Type="http://schemas.openxmlformats.org/officeDocument/2006/relationships/notesMaster" Target="/ppt/notesMasters/notesMaster1.xml" Id="Re71a1d6456394722" /><Relationship Type="http://schemas.openxmlformats.org/officeDocument/2006/relationships/presProps" Target="/ppt/presProps.xml" Id="R25f822b59a3b42d0" /><Relationship Type="http://schemas.openxmlformats.org/officeDocument/2006/relationships/viewProps" Target="/ppt/viewProps.xml" Id="R0d085d1ddd4d40db" /><Relationship Type="http://schemas.openxmlformats.org/officeDocument/2006/relationships/tableStyles" Target="/ppt/tableStyles.xml" Id="R23a77590d6c04da0" /><Relationship Type="http://schemas.microsoft.com/office/2018/10/relationships/authors" Target="/ppt/authors.xml" Id="Rcf4edd770c5e4562" /><Relationship Type="http://schemas.openxmlformats.org/officeDocument/2006/relationships/slide" Target="/ppt/slides/slide1.xml" Id="R4c08150d49a04d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f375d9fcb047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8137e755284d57" /><Relationship Type="http://schemas.openxmlformats.org/officeDocument/2006/relationships/notesMaster" Target="/ppt/notesMasters/notesMaster1.xml" Id="Rffe424afd22546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82fb87fb9c43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98b059677446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69c5bf2e0a4b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0d74f029a541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2ae1f2643a41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ea51fd7f3442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61d1aed35b1421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4e0ad035b28428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25ed0c45de0432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dd82433833e413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b77992e5dc14df8" /></Relationships>
</file>

<file path=ppt/slideLayouts/slideLayout1.xml><?xml version="1.0" encoding="utf-8"?>
<p:sldLayout xmlns:p="http://schemas.openxmlformats.org/presentationml/2006/main" type="title" preserve="1">
  <p:cSld name="Titelfoli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803A6BA-9E95-4DDB-8E7A-498D1A7CE0F4}"/>
              </a:ext>
            </a:extLst>
          </p:cNvPr>
          <p:cNvSpPr>
            <a:spLocks xmlns:a="http://schemas.openxmlformats.org/drawingml/2006/main" noGrp="1"/>
          </p:cNvSpPr>
          <p:nvPr>
            <p:ph type="ctrTitle" idx="0"/>
          </p:nvPr>
        </p:nvSpPr>
        <p:spPr>
          <a:xfrm xmlns:a="http://schemas.openxmlformats.org/drawingml/2006/main">
            <a:off x="514350" y="1621191"/>
            <a:ext cx="5829300" cy="3448756"/>
          </a:xfrm>
        </p:spPr>
        <p:txBody>
          <a:bodyPr xmlns:a="http://schemas.openxmlformats.org/drawingml/2006/main" anchor="b"/>
          <a:lstStyle xmlns:a="http://schemas.openxmlformats.org/drawingml/2006/main">
            <a:lvl1pPr algn="ctr">
              <a:buNone/>
              <a:defRPr sz="4500"/>
            </a:lvl1pPr>
          </a:lstStyle>
          <a:p xmlns:a="http://schemas.openxmlformats.org/drawingml/2006/main">
            <a:r>
              <a:t>Mastertitelformat bearbeiten</a:t>
            </a:r>
          </a:p>
        </p:txBody>
      </p:sp>
      <p:sp>
        <p:nvSpPr>
          <p:cNvPr id="3" name="Subtitle 2">
            <a:extLst xmlns:a="http://schemas.openxmlformats.org/drawingml/2006/main">
              <a:ext uri="{FF2B5EF4-FFF2-40B4-BE49-F238E27FC236}">
                <a16:creationId xmlns:a16="http://schemas.microsoft.com/office/drawing/2014/main" id="{3979D320-FA2A-443D-AFA7-8E9155A33E04}"/>
              </a:ext>
            </a:extLst>
          </p:cNvPr>
          <p:cNvSpPr>
            <a:spLocks xmlns:a="http://schemas.openxmlformats.org/drawingml/2006/main" noGrp="1"/>
          </p:cNvSpPr>
          <p:nvPr>
            <p:ph type="subTitle" idx="1"/>
          </p:nvPr>
        </p:nvSpPr>
        <p:spPr>
          <a:xfrm xmlns:a="http://schemas.openxmlformats.org/drawingml/2006/main">
            <a:off x="857250" y="5202944"/>
            <a:ext cx="5143500" cy="2391656"/>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Master-Untertitelformat bearbeiten</a:t>
            </a:r>
          </a:p>
        </p:txBody>
      </p:sp>
      <p:sp>
        <p:nvSpPr>
          <p:cNvPr id="4" name="Date Placeholder 3">
            <a:extLst xmlns:a="http://schemas.openxmlformats.org/drawingml/2006/main">
              <a:ext uri="{FF2B5EF4-FFF2-40B4-BE49-F238E27FC236}">
                <a16:creationId xmlns:a16="http://schemas.microsoft.com/office/drawing/2014/main" id="{D022B1DC-D0E1-465A-8229-761C81B21A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3678AE00-20F6-48CA-981F-1A43AABDBD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071669B-57A5-4555-9CA1-209249CC28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2.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D33599-FDB2-4B34-A969-5FBA5FB523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07D5B9CB-25F1-4876-B24C-9F2D690218B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7C36E88A-4482-40A8-A8B9-B33C331968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E2336228-E083-4B0B-A03B-BFD1A25E82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DCFB91-A050-4BCB-84DA-1D486B8776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3.xml><?xml version="1.0" encoding="utf-8"?>
<p:sldLayout xmlns:p="http://schemas.openxmlformats.org/presentationml/2006/main" type="secHead" preserve="1">
  <p:cSld name="Abschnitts-&#10;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7B203C-D236-4655-BB04-2E5D163FFB29}"/>
              </a:ext>
            </a:extLst>
          </p:cNvPr>
          <p:cNvSpPr>
            <a:spLocks xmlns:a="http://schemas.openxmlformats.org/drawingml/2006/main" noGrp="1"/>
          </p:cNvSpPr>
          <p:nvPr>
            <p:ph type="title" idx="0"/>
          </p:nvPr>
        </p:nvSpPr>
        <p:spPr>
          <a:xfrm xmlns:a="http://schemas.openxmlformats.org/drawingml/2006/main">
            <a:off x="467916" y="2469624"/>
            <a:ext cx="5915025" cy="4120620"/>
          </a:xfrm>
        </p:spPr>
        <p:txBody>
          <a:bodyPr xmlns:a="http://schemas.openxmlformats.org/drawingml/2006/main" anchor="b"/>
          <a:lstStyle xmlns:a="http://schemas.openxmlformats.org/drawingml/2006/main">
            <a:lvl1pPr>
              <a:buNone/>
              <a:defRPr sz="4500"/>
            </a:lvl1pPr>
          </a:lstStyle>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028A2C7F-B6C9-4CD8-A76D-CB1F08298113}"/>
              </a:ext>
            </a:extLst>
          </p:cNvPr>
          <p:cNvSpPr>
            <a:spLocks xmlns:a="http://schemas.openxmlformats.org/drawingml/2006/main" noGrp="1"/>
          </p:cNvSpPr>
          <p:nvPr>
            <p:ph type="body" idx="1"/>
          </p:nvPr>
        </p:nvSpPr>
        <p:spPr>
          <a:xfrm xmlns:a="http://schemas.openxmlformats.org/drawingml/2006/main">
            <a:off x="467916" y="6629226"/>
            <a:ext cx="5915025" cy="2166937"/>
          </a:xfrm>
        </p:spPr>
        <p:txBody>
          <a:bodyPr xmlns:a="http://schemas.openxmlformats.org/drawingml/2006/main"/>
          <a:lstStyle xmlns:a="http://schemas.openxmlformats.org/drawingml/2006/main">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Mastertextformat bearbeiten</a:t>
            </a:r>
          </a:p>
        </p:txBody>
      </p:sp>
      <p:sp>
        <p:nvSpPr>
          <p:cNvPr id="4" name="Date Placeholder 3">
            <a:extLst xmlns:a="http://schemas.openxmlformats.org/drawingml/2006/main">
              <a:ext uri="{FF2B5EF4-FFF2-40B4-BE49-F238E27FC236}">
                <a16:creationId xmlns:a16="http://schemas.microsoft.com/office/drawing/2014/main" id="{997E33B0-75A8-46CE-AE8D-CB9CF3B742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3FD805A9-F573-4EC1-984C-B1998D85DE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CED3EA-7F2A-4B74-B768-19B8775F66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5D19C0-F6C4-4AEE-899D-AD6EDD221D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2D6ECF24-BB96-4B04-87AA-5801ED5FA928}"/>
              </a:ext>
            </a:extLst>
          </p:cNvPr>
          <p:cNvSpPr>
            <a:spLocks xmlns:a="http://schemas.openxmlformats.org/drawingml/2006/main" noGrp="1"/>
          </p:cNvSpPr>
          <p:nvPr>
            <p:ph idx="1"/>
          </p:nvPr>
        </p:nvSpPr>
        <p:spPr>
          <a:xfrm xmlns:a="http://schemas.openxmlformats.org/drawingml/2006/main">
            <a:off x="471488"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Content Placeholder 3">
            <a:extLst xmlns:a="http://schemas.openxmlformats.org/drawingml/2006/main">
              <a:ext uri="{FF2B5EF4-FFF2-40B4-BE49-F238E27FC236}">
                <a16:creationId xmlns:a16="http://schemas.microsoft.com/office/drawing/2014/main" id="{9482B248-1CD2-4295-9864-316FAE640B8C}"/>
              </a:ext>
            </a:extLst>
          </p:cNvPr>
          <p:cNvSpPr>
            <a:spLocks xmlns:a="http://schemas.openxmlformats.org/drawingml/2006/main" noGrp="1"/>
          </p:cNvSpPr>
          <p:nvPr>
            <p:ph idx="2"/>
          </p:nvPr>
        </p:nvSpPr>
        <p:spPr>
          <a:xfrm xmlns:a="http://schemas.openxmlformats.org/drawingml/2006/main">
            <a:off x="3471863"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Date Placeholder 4">
            <a:extLst xmlns:a="http://schemas.openxmlformats.org/drawingml/2006/main">
              <a:ext uri="{FF2B5EF4-FFF2-40B4-BE49-F238E27FC236}">
                <a16:creationId xmlns:a16="http://schemas.microsoft.com/office/drawing/2014/main" id="{52921625-82D4-46CA-AAC6-598337B903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F07FB4F9-A1D8-4AF0-BC54-034850E318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686F68B-0318-4080-BDE8-3588AFC0E3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5.xml><?xml version="1.0" encoding="utf-8"?>
<p:sldLayout xmlns:p="http://schemas.openxmlformats.org/presentationml/2006/main" type="twoTxTwoObj" preserve="1">
  <p:cSld name="Vergleic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D7AE0E-227D-4462-80E6-6FD49ECD1390}"/>
              </a:ext>
            </a:extLst>
          </p:cNvPr>
          <p:cNvSpPr>
            <a:spLocks xmlns:a="http://schemas.openxmlformats.org/drawingml/2006/main" noGrp="1"/>
          </p:cNvSpPr>
          <p:nvPr>
            <p:ph type="title" idx="0"/>
          </p:nvPr>
        </p:nvSpPr>
        <p:spPr>
          <a:xfrm xmlns:a="http://schemas.openxmlformats.org/drawingml/2006/main">
            <a:off x="472381" y="527405"/>
            <a:ext cx="5915025" cy="1914702"/>
          </a:xfrm>
        </p:spPr>
        <p:txBody>
          <a:bodyPr xmlns:a="http://schemas.openxmlformats.org/drawingml/2006/main"/>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97B1D92C-B6FF-4C66-8A17-5D8A013CBD7C}"/>
              </a:ext>
            </a:extLst>
          </p:cNvPr>
          <p:cNvSpPr>
            <a:spLocks xmlns:a="http://schemas.openxmlformats.org/drawingml/2006/main" noGrp="1"/>
          </p:cNvSpPr>
          <p:nvPr>
            <p:ph type="body" idx="1"/>
          </p:nvPr>
        </p:nvSpPr>
        <p:spPr>
          <a:xfrm xmlns:a="http://schemas.openxmlformats.org/drawingml/2006/main">
            <a:off x="472381" y="2428347"/>
            <a:ext cx="2901255"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4" name="Content Placeholder 3">
            <a:extLst xmlns:a="http://schemas.openxmlformats.org/drawingml/2006/main">
              <a:ext uri="{FF2B5EF4-FFF2-40B4-BE49-F238E27FC236}">
                <a16:creationId xmlns:a16="http://schemas.microsoft.com/office/drawing/2014/main" id="{C9F5DEEB-96D9-4A02-99B5-E1A2A868AF83}"/>
              </a:ext>
            </a:extLst>
          </p:cNvPr>
          <p:cNvSpPr>
            <a:spLocks xmlns:a="http://schemas.openxmlformats.org/drawingml/2006/main" noGrp="1"/>
          </p:cNvSpPr>
          <p:nvPr>
            <p:ph idx="2"/>
          </p:nvPr>
        </p:nvSpPr>
        <p:spPr>
          <a:xfrm xmlns:a="http://schemas.openxmlformats.org/drawingml/2006/main">
            <a:off x="472381" y="3618442"/>
            <a:ext cx="2901255"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Text Placeholder 4">
            <a:extLst xmlns:a="http://schemas.openxmlformats.org/drawingml/2006/main">
              <a:ext uri="{FF2B5EF4-FFF2-40B4-BE49-F238E27FC236}">
                <a16:creationId xmlns:a16="http://schemas.microsoft.com/office/drawing/2014/main" id="{04FBDF44-AA4F-48ED-9DEB-1460F1FA5EFB}"/>
              </a:ext>
            </a:extLst>
          </p:cNvPr>
          <p:cNvSpPr>
            <a:spLocks xmlns:a="http://schemas.openxmlformats.org/drawingml/2006/main" noGrp="1"/>
          </p:cNvSpPr>
          <p:nvPr>
            <p:ph type="body" idx="3"/>
          </p:nvPr>
        </p:nvSpPr>
        <p:spPr>
          <a:xfrm xmlns:a="http://schemas.openxmlformats.org/drawingml/2006/main">
            <a:off x="3471863" y="2428347"/>
            <a:ext cx="2915543"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6" name="Content Placeholder 5">
            <a:extLst xmlns:a="http://schemas.openxmlformats.org/drawingml/2006/main">
              <a:ext uri="{FF2B5EF4-FFF2-40B4-BE49-F238E27FC236}">
                <a16:creationId xmlns:a16="http://schemas.microsoft.com/office/drawing/2014/main" id="{B4326FF9-3F47-4D13-A242-3B990BC8E3B8}"/>
              </a:ext>
            </a:extLst>
          </p:cNvPr>
          <p:cNvSpPr>
            <a:spLocks xmlns:a="http://schemas.openxmlformats.org/drawingml/2006/main" noGrp="1"/>
          </p:cNvSpPr>
          <p:nvPr>
            <p:ph idx="4"/>
          </p:nvPr>
        </p:nvSpPr>
        <p:spPr>
          <a:xfrm xmlns:a="http://schemas.openxmlformats.org/drawingml/2006/main">
            <a:off x="3471863" y="3618442"/>
            <a:ext cx="2915543"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7" name="Date Placeholder 6">
            <a:extLst xmlns:a="http://schemas.openxmlformats.org/drawingml/2006/main">
              <a:ext uri="{FF2B5EF4-FFF2-40B4-BE49-F238E27FC236}">
                <a16:creationId xmlns:a16="http://schemas.microsoft.com/office/drawing/2014/main" id="{0B17A750-408A-4873-B509-A1BCDECA61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8" name="Footer Placeholder 7">
            <a:extLst xmlns:a="http://schemas.openxmlformats.org/drawingml/2006/main">
              <a:ext uri="{FF2B5EF4-FFF2-40B4-BE49-F238E27FC236}">
                <a16:creationId xmlns:a16="http://schemas.microsoft.com/office/drawing/2014/main" id="{DCDF527D-F2B5-419B-96C6-55613EA4FF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DD5B0A2-2EB0-497F-A3BE-7B94CB71C3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6.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9DEFB2-65C1-420F-9F82-34E0A1B9C4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Date Placeholder 2">
            <a:extLst xmlns:a="http://schemas.openxmlformats.org/drawingml/2006/main">
              <a:ext uri="{FF2B5EF4-FFF2-40B4-BE49-F238E27FC236}">
                <a16:creationId xmlns:a16="http://schemas.microsoft.com/office/drawing/2014/main" id="{FA276D3B-5878-4204-9604-62DD150E76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4" name="Footer Placeholder 3">
            <a:extLst xmlns:a="http://schemas.openxmlformats.org/drawingml/2006/main">
              <a:ext uri="{FF2B5EF4-FFF2-40B4-BE49-F238E27FC236}">
                <a16:creationId xmlns:a16="http://schemas.microsoft.com/office/drawing/2014/main" id="{D52AA052-F481-4BA4-8BA8-E6CDD65FE8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6495E27-3889-49CF-8103-6FC5B3AAA2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7.xml><?xml version="1.0" encoding="utf-8"?>
<p:sldLayout xmlns:p="http://schemas.openxmlformats.org/presentationml/2006/main" type="blank" preserve="1">
  <p:cSld name="Leer">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EEB7D6C-C822-4D4D-A4B5-BCC3B07711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3" name="Footer Placeholder 2">
            <a:extLst xmlns:a="http://schemas.openxmlformats.org/drawingml/2006/main">
              <a:ext uri="{FF2B5EF4-FFF2-40B4-BE49-F238E27FC236}">
                <a16:creationId xmlns:a16="http://schemas.microsoft.com/office/drawing/2014/main" id="{BAE1F519-F61D-4557-B343-D8B0E2910E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6A51B2F-2A45-4B5D-8EDA-B504E49F01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8.xml><?xml version="1.0" encoding="utf-8"?>
<p:sldLayout xmlns:p="http://schemas.openxmlformats.org/presentationml/2006/main" type="objTx" preserve="1">
  <p:cSld name="Inhalt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41716-E109-4C6B-A6E3-AEE4079CB38F}"/>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BA3FBF58-83C9-4BA8-A5BD-4131E8939A62}"/>
              </a:ext>
            </a:extLst>
          </p:cNvPr>
          <p:cNvSpPr>
            <a:spLocks xmlns:a="http://schemas.openxmlformats.org/drawingml/2006/main" noGrp="1"/>
          </p:cNvSpPr>
          <p:nvPr>
            <p:ph idx="1"/>
          </p:nvPr>
        </p:nvSpPr>
        <p:spPr>
          <a:xfrm xmlns:a="http://schemas.openxmlformats.org/drawingml/2006/main">
            <a:off x="2915543" y="1426283"/>
            <a:ext cx="3471863" cy="7039681"/>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Text Placeholder 3">
            <a:extLst xmlns:a="http://schemas.openxmlformats.org/drawingml/2006/main">
              <a:ext uri="{FF2B5EF4-FFF2-40B4-BE49-F238E27FC236}">
                <a16:creationId xmlns:a16="http://schemas.microsoft.com/office/drawing/2014/main" id="{B7C7DC12-0A14-423F-AF55-04D8E03EFB47}"/>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038169CC-737F-4C1C-A281-EE67C21723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F46DB942-315D-46A6-9CBF-D9AB474F8F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269D932-C43D-4249-9C4F-F8501B095B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9.xml><?xml version="1.0" encoding="utf-8"?>
<p:sldLayout xmlns:p="http://schemas.openxmlformats.org/presentationml/2006/main" type="picTx" preserve="1">
  <p:cSld name="Bild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CE0BAE-47A0-43FF-A27C-2E98FC0712D9}"/>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Picture Placeholder 2">
            <a:extLst xmlns:a="http://schemas.openxmlformats.org/drawingml/2006/main">
              <a:ext uri="{FF2B5EF4-FFF2-40B4-BE49-F238E27FC236}">
                <a16:creationId xmlns:a16="http://schemas.microsoft.com/office/drawing/2014/main" id="{0A97BFFA-6ED1-40D7-BAF8-8061295E766F}"/>
              </a:ext>
            </a:extLst>
          </p:cNvPr>
          <p:cNvSpPr>
            <a:spLocks xmlns:a="http://schemas.openxmlformats.org/drawingml/2006/main" noGrp="1"/>
          </p:cNvSpPr>
          <p:nvPr>
            <p:ph type="pic" idx="1"/>
          </p:nvPr>
        </p:nvSpPr>
        <p:spPr>
          <a:xfrm xmlns:a="http://schemas.openxmlformats.org/drawingml/2006/main">
            <a:off x="2915543" y="1426283"/>
            <a:ext cx="3471863" cy="7039681"/>
          </a:xfrm>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Bild durch Klicken auf Symbol hinzufügen</a:t>
            </a:r>
          </a:p>
        </p:txBody>
      </p:sp>
      <p:sp>
        <p:nvSpPr>
          <p:cNvPr id="4" name="Text Placeholder 3">
            <a:extLst xmlns:a="http://schemas.openxmlformats.org/drawingml/2006/main">
              <a:ext uri="{FF2B5EF4-FFF2-40B4-BE49-F238E27FC236}">
                <a16:creationId xmlns:a16="http://schemas.microsoft.com/office/drawing/2014/main" id="{125E8915-2E3F-4574-941E-9F0FF89437BB}"/>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73C43053-AC14-4A47-BED3-F93128BDAF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CDDF8DB2-E548-4384-8993-D966212C30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B47D5D5-B021-4EE2-9B8D-B324D475D4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0.xml><?xml version="1.0" encoding="utf-8"?>
<p:sldLayout xmlns:p="http://schemas.openxmlformats.org/presentationml/2006/main" type="vertTx" preserve="1">
  <p:cSld name="Titel und vertikal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834317-4ED6-4668-BF65-3F94861712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725BD7E9-FF4F-492C-A974-51489F95942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FF62A3E8-BF59-44B2-AE18-C941BE7649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2837FB78-2225-42ED-9421-B0CFD8519B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51F4D8E-1B21-4072-860C-2F4E452B64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1.xml><?xml version="1.0" encoding="utf-8"?>
<p:sldLayout xmlns:p="http://schemas.openxmlformats.org/presentationml/2006/main" type="vertTitleAndTx" preserve="1">
  <p:cSld name="Vertikaler Titel u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2D2BEB1-C1CB-4685-9ACB-1AB3277C2A16}"/>
              </a:ext>
            </a:extLst>
          </p:cNvPr>
          <p:cNvSpPr>
            <a:spLocks xmlns:a="http://schemas.openxmlformats.org/drawingml/2006/main" noGrp="1"/>
          </p:cNvSpPr>
          <p:nvPr>
            <p:ph type="title" idx="0"/>
          </p:nvPr>
        </p:nvSpPr>
        <p:spPr>
          <a:xfrm xmlns:a="http://schemas.openxmlformats.org/drawingml/2006/main">
            <a:off x="4907757" y="527403"/>
            <a:ext cx="1478756" cy="8394877"/>
          </a:xfrm>
        </p:spPr>
        <p:txBody>
          <a:bodyPr xmlns:a="http://schemas.openxmlformats.org/drawingml/2006/main" vert="eaVert"/>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6ACA2A2C-81A0-4587-ADC4-706310D84EB2}"/>
              </a:ext>
            </a:extLst>
          </p:cNvPr>
          <p:cNvSpPr>
            <a:spLocks xmlns:a="http://schemas.openxmlformats.org/drawingml/2006/main" noGrp="1"/>
          </p:cNvSpPr>
          <p:nvPr>
            <p:ph type="body" idx="1"/>
          </p:nvPr>
        </p:nvSpPr>
        <p:spPr>
          <a:xfrm xmlns:a="http://schemas.openxmlformats.org/drawingml/2006/main">
            <a:off x="471488" y="527403"/>
            <a:ext cx="4350544" cy="8394877"/>
          </a:xfrm>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5DC5A424-1E0E-4ECA-B9B5-BA93CDB65A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D24D20E3-A3E7-4D85-AEDC-A1ACD4AA86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83CCA7A-68AB-4F5F-B16F-BA6E860258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2f4866312e40cc" /><Relationship Type="http://schemas.openxmlformats.org/officeDocument/2006/relationships/slideLayout" Target="/ppt/slideLayouts/slideLayout1.xml" Id="R73188fb7619c4a84" /><Relationship Type="http://schemas.openxmlformats.org/officeDocument/2006/relationships/slideLayout" Target="/ppt/slideLayouts/slideLayout2.xml" Id="R2b375630cd8643b4" /><Relationship Type="http://schemas.openxmlformats.org/officeDocument/2006/relationships/slideLayout" Target="/ppt/slideLayouts/slideLayout3.xml" Id="Rb2afc09e496c4e16" /><Relationship Type="http://schemas.openxmlformats.org/officeDocument/2006/relationships/slideLayout" Target="/ppt/slideLayouts/slideLayout4.xml" Id="Rb7a500e55743423f" /><Relationship Type="http://schemas.openxmlformats.org/officeDocument/2006/relationships/slideLayout" Target="/ppt/slideLayouts/slideLayout5.xml" Id="R4eff3e59337941aa" /><Relationship Type="http://schemas.openxmlformats.org/officeDocument/2006/relationships/slideLayout" Target="/ppt/slideLayouts/slideLayout6.xml" Id="R79e08725aaa54062" /><Relationship Type="http://schemas.openxmlformats.org/officeDocument/2006/relationships/slideLayout" Target="/ppt/slideLayouts/slideLayout7.xml" Id="R41c9daf4ecf54f12" /><Relationship Type="http://schemas.openxmlformats.org/officeDocument/2006/relationships/slideLayout" Target="/ppt/slideLayouts/slideLayout8.xml" Id="Rb3ea45fefb2b484c" /><Relationship Type="http://schemas.openxmlformats.org/officeDocument/2006/relationships/slideLayout" Target="/ppt/slideLayouts/slideLayout9.xml" Id="R802cbfcb39a14506" /><Relationship Type="http://schemas.openxmlformats.org/officeDocument/2006/relationships/slideLayout" Target="/ppt/slideLayouts/slideLayout10.xml" Id="Rf933b6139f504c47" /><Relationship Type="http://schemas.openxmlformats.org/officeDocument/2006/relationships/slideLayout" Target="/ppt/slideLayouts/slideLayout11.xml" Id="Rb928f0ad3d1d442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34D606A-0D25-4F3B-9435-FE77A447659B}"/>
              </a:ext>
            </a:extLst>
          </p:cNvPr>
          <p:cNvSpPr>
            <a:spLocks xmlns:a="http://schemas.openxmlformats.org/drawingml/2006/main" noGrp="1"/>
          </p:cNvSpPr>
          <p:nvPr>
            <p:ph type="title" idx="0"/>
          </p:nvPr>
        </p:nvSpPr>
        <p:spPr>
          <a:xfrm xmlns:a="http://schemas.openxmlformats.org/drawingml/2006/main">
            <a:off x="471488" y="527405"/>
            <a:ext cx="5915025" cy="191470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636B8C3E-734A-46AE-B27F-0BEB164A00CA}"/>
              </a:ext>
            </a:extLst>
          </p:cNvPr>
          <p:cNvSpPr>
            <a:spLocks xmlns:a="http://schemas.openxmlformats.org/drawingml/2006/main" noGrp="1"/>
          </p:cNvSpPr>
          <p:nvPr>
            <p:ph type="body" idx="1"/>
          </p:nvPr>
        </p:nvSpPr>
        <p:spPr>
          <a:xfrm xmlns:a="http://schemas.openxmlformats.org/drawingml/2006/main">
            <a:off x="471488" y="2637014"/>
            <a:ext cx="5915025" cy="628526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B9F13EEE-2DB2-41EB-AA61-DAE754BB9708}"/>
              </a:ext>
            </a:extLst>
          </p:cNvPr>
          <p:cNvSpPr>
            <a:spLocks xmlns:a="http://schemas.openxmlformats.org/drawingml/2006/main" noGrp="1"/>
          </p:cNvSpPr>
          <p:nvPr>
            <p:ph type="dt" idx="2"/>
          </p:nvPr>
        </p:nvSpPr>
        <p:spPr>
          <a:xfrm xmlns:a="http://schemas.openxmlformats.org/drawingml/2006/main">
            <a:off x="471488"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265C220D-280A-40C1-B692-0718C6CB66B1}"/>
              </a:ext>
            </a:extLst>
          </p:cNvPr>
          <p:cNvSpPr>
            <a:spLocks xmlns:a="http://schemas.openxmlformats.org/drawingml/2006/main" noGrp="1"/>
          </p:cNvSpPr>
          <p:nvPr>
            <p:ph type="ftr" idx="3"/>
          </p:nvPr>
        </p:nvSpPr>
        <p:spPr>
          <a:xfrm xmlns:a="http://schemas.openxmlformats.org/drawingml/2006/main">
            <a:off x="2271713" y="9181397"/>
            <a:ext cx="2314575"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0FACC3A-924B-4276-B09A-C21EA8AB217A}"/>
              </a:ext>
            </a:extLst>
          </p:cNvPr>
          <p:cNvSpPr>
            <a:spLocks xmlns:a="http://schemas.openxmlformats.org/drawingml/2006/main" noGrp="1"/>
          </p:cNvSpPr>
          <p:nvPr>
            <p:ph type="sldNum" idx="4"/>
          </p:nvPr>
        </p:nvSpPr>
        <p:spPr>
          <a:xfrm xmlns:a="http://schemas.openxmlformats.org/drawingml/2006/main">
            <a:off x="4843463"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188fb7619c4a84"/>
    <p:sldLayoutId xmlns:r="http://schemas.openxmlformats.org/officeDocument/2006/relationships" id="2147483650" r:id="R2b375630cd8643b4"/>
    <p:sldLayoutId xmlns:r="http://schemas.openxmlformats.org/officeDocument/2006/relationships" id="2147483651" r:id="Rb2afc09e496c4e16"/>
    <p:sldLayoutId xmlns:r="http://schemas.openxmlformats.org/officeDocument/2006/relationships" id="2147483652" r:id="Rb7a500e55743423f"/>
    <p:sldLayoutId xmlns:r="http://schemas.openxmlformats.org/officeDocument/2006/relationships" id="2147483653" r:id="R4eff3e59337941aa"/>
    <p:sldLayoutId xmlns:r="http://schemas.openxmlformats.org/officeDocument/2006/relationships" id="2147483654" r:id="R79e08725aaa54062"/>
    <p:sldLayoutId xmlns:r="http://schemas.openxmlformats.org/officeDocument/2006/relationships" id="2147483655" r:id="R41c9daf4ecf54f12"/>
    <p:sldLayoutId xmlns:r="http://schemas.openxmlformats.org/officeDocument/2006/relationships" id="2147483656" r:id="Rb3ea45fefb2b484c"/>
    <p:sldLayoutId xmlns:r="http://schemas.openxmlformats.org/officeDocument/2006/relationships" id="2147483657" r:id="R802cbfcb39a14506"/>
    <p:sldLayoutId xmlns:r="http://schemas.openxmlformats.org/officeDocument/2006/relationships" id="2147483658" r:id="Rf933b6139f504c47"/>
    <p:sldLayoutId xmlns:r="http://schemas.openxmlformats.org/officeDocument/2006/relationships" id="2147483659" r:id="Rb928f0ad3d1d4421"/>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f4aaa5d4a14a05" /><Relationship Type="http://schemas.openxmlformats.org/officeDocument/2006/relationships/image" Target="/ppt/media/image.jpeg" Id="R917db7b04bb147bf" /><Relationship Type="http://schemas.openxmlformats.org/officeDocument/2006/relationships/image" Target="/ppt/media/image.svg" Id="Rd79f441ee5ab4952" /><Relationship Type="http://schemas.openxmlformats.org/officeDocument/2006/relationships/image" Target="/ppt/media/image.png" Id="Rea7c049b400e4208" /><Relationship Type="http://schemas.openxmlformats.org/officeDocument/2006/relationships/image" Target="/ppt/media/image2.svg" Id="R50efd77b67904a87" /><Relationship Type="http://schemas.openxmlformats.org/officeDocument/2006/relationships/image" Target="/ppt/media/image2.png" Id="R1342f9c13a2b43d3" /><Relationship Type="http://schemas.openxmlformats.org/officeDocument/2006/relationships/image" Target="/ppt/media/image3.png" Id="R294b23cd058b4173" /><Relationship Type="http://schemas.openxmlformats.org/officeDocument/2006/relationships/image" Target="/ppt/media/image4.png" Id="R9df8f255273b42cc" /><Relationship Type="http://schemas.openxmlformats.org/officeDocument/2006/relationships/image" Target="/ppt/media/image5.png" Id="R163ab3c445cd4222" /><Relationship Type="http://schemas.openxmlformats.org/officeDocument/2006/relationships/image" Target="/ppt/media/image6.png" Id="R2e335873b11d40d7" /><Relationship Type="http://schemas.openxmlformats.org/officeDocument/2006/relationships/image" Target="/ppt/media/image7.png" Id="R481bdbf953d04bb2" /><Relationship Type="http://schemas.openxmlformats.org/officeDocument/2006/relationships/image" Target="/ppt/media/image8.png" Id="R87c3aa807b114ed7" /><Relationship Type="http://schemas.openxmlformats.org/officeDocument/2006/relationships/image" Target="/ppt/media/image9.png" Id="R7ebab51ede454304" /><Relationship Type="http://schemas.openxmlformats.org/officeDocument/2006/relationships/image" Target="/ppt/media/image10.png" Id="R466d7415e23c4b58" /><Relationship Type="http://schemas.openxmlformats.org/officeDocument/2006/relationships/image" Target="/ppt/media/image11.png" Id="R8f8c49997adc4042" /><Relationship Type="http://schemas.openxmlformats.org/officeDocument/2006/relationships/image" Target="/ppt/media/image12.png" Id="Rc54ec3ce044c4cf9" /><Relationship Type="http://schemas.openxmlformats.org/officeDocument/2006/relationships/image" Target="/ppt/media/image13.png" Id="R82611bfd69334432" /><Relationship Type="http://schemas.openxmlformats.org/officeDocument/2006/relationships/image" Target="/ppt/media/image14.png" Id="Rdad4624e2de74f72" /><Relationship Type="http://schemas.openxmlformats.org/officeDocument/2006/relationships/notesSlide" Target="/ppt/notesSlides/notesSlide1.xml" Id="Rd7e2ac724cdc47e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hteck">
            <a:extLst xmlns:a="http://schemas.openxmlformats.org/drawingml/2006/main">
              <a:ext uri="{FF2B5EF4-FFF2-40B4-BE49-F238E27FC236}">
                <a16:creationId xmlns:a16="http://schemas.microsoft.com/office/drawing/2014/main" id="{21AA5DBD-B2C7-405C-8A3E-D9133923CDA8}"/>
              </a:ext>
            </a:extLst>
          </p:cNvPr>
          <p:cNvSpPr>
            <a:spLocks xmlns:a="http://schemas.openxmlformats.org/drawingml/2006/main" noGrp="1"/>
          </p:cNvSpPr>
          <p:nvPr/>
        </p:nvSpPr>
        <p:spPr>
          <a:xfrm xmlns:a="http://schemas.openxmlformats.org/drawingml/2006/main">
            <a:off x="0" y="0"/>
            <a:ext cx="2424684" cy="9906000"/>
          </a:xfrm>
          <a:prstGeom xmlns:a="http://schemas.openxmlformats.org/drawingml/2006/main" prst="rect">
            <a:avLst/>
          </a:prstGeom>
          <a:solidFill xmlns:a="http://schemas.openxmlformats.org/drawingml/2006/main">
            <a:srgbClr val="3399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xmlns:a="http://schemas.openxmlformats.org/drawingml/2006/main">
              <a:ext uri="{FF2B5EF4-FFF2-40B4-BE49-F238E27FC236}">
                <a16:creationId xmlns:a16="http://schemas.microsoft.com/office/drawing/2014/main" id="{6BD9946B-7A65-4B0F-A0FB-E8CC35677CB9}"/>
              </a:ext>
            </a:extLst>
          </p:cNvPr>
          <p:cNvSpPr>
            <a:spLocks xmlns:a="http://schemas.openxmlformats.org/drawingml/2006/main" noGrp="1"/>
          </p:cNvSpPr>
          <p:nvPr/>
        </p:nvSpPr>
        <p:spPr>
          <a:xfrm xmlns:a="http://schemas.openxmlformats.org/drawingml/2006/main">
            <a:off x="565499" y="70199"/>
            <a:ext cx="1340072" cy="1340072"/>
          </a:xfrm>
          <a:prstGeom xmlns:a="http://schemas.openxmlformats.org/drawingml/2006/main" prst="ellipse">
            <a:avLst/>
          </a:prstGeom>
          <a:noFill xmlns:a="http://schemas.openxmlformats.org/drawingml/2006/main"/>
          <a:ln xmlns:a="http://schemas.openxmlformats.org/drawingml/2006/main" w="5715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8" name="Grafik 6">
            <a:extLst xmlns:a="http://schemas.openxmlformats.org/drawingml/2006/main">
              <a:ext uri="{FF2B5EF4-FFF2-40B4-BE49-F238E27FC236}">
                <a16:creationId xmlns:a16="http://schemas.microsoft.com/office/drawing/2014/main" id="{0C5EC9FF-03AD-44C8-A3E8-DFFB18F25C3A}"/>
              </a:ext>
            </a:extLst>
          </p:cNvPr>
          <p:cNvPicPr>
            <a:picLocks xmlns:a="http://schemas.openxmlformats.org/drawingml/2006/main" noChangeAspect="1"/>
          </p:cNvPicPr>
          <p:nvPr/>
        </p:nvPicPr>
        <p:blipFill>
          <a:blip xmlns:r="http://schemas.openxmlformats.org/officeDocument/2006/relationships" xmlns:a="http://schemas.openxmlformats.org/drawingml/2006/main" r:embed="R917db7b04bb147bf">
            <a:extLst>
              <a:ext uri="{96DAC541-7B7A-43D3-8B79-37D633B846F1}">
                <asvg:svgBlip xmlns:asvg="http://schemas.microsoft.com/office/drawing/2016/SVG/main" r:embed="Rd79f441ee5ab4952"/>
              </a:ext>
            </a:extLst>
          </a:blip>
          <a:stretch xmlns:a="http://schemas.openxmlformats.org/drawingml/2006/main">
            <a:fillRect l="0" t="0" r="0" b="0"/>
          </a:stretch>
        </p:blipFill>
        <p:spPr>
          <a:xfrm xmlns:a="http://schemas.openxmlformats.org/drawingml/2006/main">
            <a:off x="1137266" y="485943"/>
            <a:ext cx="701888" cy="701888"/>
          </a:xfrm>
          <a:prstGeom xmlns:a="http://schemas.openxmlformats.org/drawingml/2006/main" prst="rect">
            <a:avLst/>
          </a:prstGeom>
        </p:spPr>
      </p:pic>
      <p:pic>
        <p:nvPicPr>
          <p:cNvPr id="199" name="Grafik 8">
            <a:extLst xmlns:a="http://schemas.openxmlformats.org/drawingml/2006/main">
              <a:ext uri="{FF2B5EF4-FFF2-40B4-BE49-F238E27FC236}">
                <a16:creationId xmlns:a16="http://schemas.microsoft.com/office/drawing/2014/main" id="{5C4F717C-D057-4F5B-A7C8-84539ACDB43F}"/>
              </a:ext>
            </a:extLst>
          </p:cNvPr>
          <p:cNvPicPr>
            <a:picLocks xmlns:a="http://schemas.openxmlformats.org/drawingml/2006/main" noChangeAspect="1"/>
          </p:cNvPicPr>
          <p:nvPr/>
        </p:nvPicPr>
        <p:blipFill>
          <a:blip xmlns:r="http://schemas.openxmlformats.org/officeDocument/2006/relationships" xmlns:a="http://schemas.openxmlformats.org/drawingml/2006/main" r:embed="Rea7c049b400e4208">
            <a:extLst>
              <a:ext uri="{96DAC541-7B7A-43D3-8B79-37D633B846F1}">
                <asvg:svgBlip xmlns:asvg="http://schemas.microsoft.com/office/drawing/2016/SVG/main" r:embed="R50efd77b67904a87"/>
              </a:ext>
            </a:extLst>
          </a:blip>
          <a:stretch xmlns:a="http://schemas.openxmlformats.org/drawingml/2006/main">
            <a:fillRect l="0" t="0" r="0" b="0"/>
          </a:stretch>
        </p:blipFill>
        <p:spPr>
          <a:xfrm xmlns:a="http://schemas.openxmlformats.org/drawingml/2006/main">
            <a:off x="592464" y="485944"/>
            <a:ext cx="701888" cy="701888"/>
          </a:xfrm>
          <a:prstGeom xmlns:a="http://schemas.openxmlformats.org/drawingml/2006/main" prst="rect">
            <a:avLst/>
          </a:prstGeom>
        </p:spPr>
      </p:pic>
      <p:pic>
        <p:nvPicPr>
          <p:cNvPr id="200" name="Grafik 10">
            <a:extLst xmlns:a="http://schemas.openxmlformats.org/drawingml/2006/main">
              <a:ext uri="{FF2B5EF4-FFF2-40B4-BE49-F238E27FC236}">
                <a16:creationId xmlns:a16="http://schemas.microsoft.com/office/drawing/2014/main" id="{77FD1CC1-DCCC-4C8F-9B99-C81B7EB36217}"/>
              </a:ext>
            </a:extLst>
          </p:cNvPr>
          <p:cNvPicPr>
            <a:picLocks xmlns:a="http://schemas.openxmlformats.org/drawingml/2006/main" noChangeAspect="1"/>
          </p:cNvPicPr>
          <p:nvPr/>
        </p:nvPicPr>
        <p:blipFill>
          <a:blip xmlns:r="http://schemas.openxmlformats.org/officeDocument/2006/relationships" xmlns:a="http://schemas.openxmlformats.org/drawingml/2006/main" r:embed="R1342f9c13a2b43d3"/>
          <a:stretch xmlns:a="http://schemas.openxmlformats.org/drawingml/2006/main">
            <a:fillRect l="0" t="0" r="0" b="0"/>
          </a:stretch>
        </p:blipFill>
        <p:spPr>
          <a:xfrm xmlns:a="http://schemas.openxmlformats.org/drawingml/2006/main">
            <a:off x="618534" y="2655702"/>
            <a:ext cx="336384" cy="336384"/>
          </a:xfrm>
          <a:prstGeom xmlns:a="http://schemas.openxmlformats.org/drawingml/2006/main" prst="rect">
            <a:avLst/>
          </a:prstGeom>
        </p:spPr>
      </p:pic>
      <p:pic>
        <p:nvPicPr>
          <p:cNvPr id="201" name="Grafik 14">
            <a:extLst xmlns:a="http://schemas.openxmlformats.org/drawingml/2006/main">
              <a:ext uri="{FF2B5EF4-FFF2-40B4-BE49-F238E27FC236}">
                <a16:creationId xmlns:a16="http://schemas.microsoft.com/office/drawing/2014/main" id="{4D5B9C87-F7A4-4D54-A203-DA449DFFFA44}"/>
              </a:ext>
            </a:extLst>
          </p:cNvPr>
          <p:cNvPicPr>
            <a:picLocks xmlns:a="http://schemas.openxmlformats.org/drawingml/2006/main" noChangeAspect="1"/>
          </p:cNvPicPr>
          <p:nvPr/>
        </p:nvPicPr>
        <p:blipFill>
          <a:blip xmlns:r="http://schemas.openxmlformats.org/officeDocument/2006/relationships" xmlns:a="http://schemas.openxmlformats.org/drawingml/2006/main" r:embed="R294b23cd058b4173"/>
          <a:stretch xmlns:a="http://schemas.openxmlformats.org/drawingml/2006/main">
            <a:fillRect l="0" t="0" r="0" b="0"/>
          </a:stretch>
        </p:blipFill>
        <p:spPr>
          <a:xfrm xmlns:a="http://schemas.openxmlformats.org/drawingml/2006/main">
            <a:off x="143424" y="2645534"/>
            <a:ext cx="336384" cy="336384"/>
          </a:xfrm>
          <a:prstGeom xmlns:a="http://schemas.openxmlformats.org/drawingml/2006/main" prst="rect">
            <a:avLst/>
          </a:prstGeom>
        </p:spPr>
      </p:pic>
      <p:pic>
        <p:nvPicPr>
          <p:cNvPr id="202" name="Grafik 16">
            <a:extLst xmlns:a="http://schemas.openxmlformats.org/drawingml/2006/main">
              <a:ext uri="{FF2B5EF4-FFF2-40B4-BE49-F238E27FC236}">
                <a16:creationId xmlns:a16="http://schemas.microsoft.com/office/drawing/2014/main" id="{A7935BD2-E49D-4544-A64B-FD1E42E13EAB}"/>
              </a:ext>
            </a:extLst>
          </p:cNvPr>
          <p:cNvPicPr>
            <a:picLocks xmlns:a="http://schemas.openxmlformats.org/drawingml/2006/main" noChangeAspect="1"/>
          </p:cNvPicPr>
          <p:nvPr/>
        </p:nvPicPr>
        <p:blipFill>
          <a:blip xmlns:r="http://schemas.openxmlformats.org/officeDocument/2006/relationships" xmlns:a="http://schemas.openxmlformats.org/drawingml/2006/main" r:embed="R9df8f255273b42cc"/>
          <a:stretch xmlns:a="http://schemas.openxmlformats.org/drawingml/2006/main">
            <a:fillRect l="0" t="0" r="0" b="0"/>
          </a:stretch>
        </p:blipFill>
        <p:spPr>
          <a:xfrm xmlns:a="http://schemas.openxmlformats.org/drawingml/2006/main">
            <a:off x="214066" y="8627364"/>
            <a:ext cx="265742" cy="265742"/>
          </a:xfrm>
          <a:prstGeom xmlns:a="http://schemas.openxmlformats.org/drawingml/2006/main" prst="rect">
            <a:avLst/>
          </a:prstGeom>
        </p:spPr>
      </p:pic>
      <p:pic>
        <p:nvPicPr>
          <p:cNvPr id="203" name="Grafik 18">
            <a:extLst xmlns:a="http://schemas.openxmlformats.org/drawingml/2006/main">
              <a:ext uri="{FF2B5EF4-FFF2-40B4-BE49-F238E27FC236}">
                <a16:creationId xmlns:a16="http://schemas.microsoft.com/office/drawing/2014/main" id="{54B183C2-9968-47C3-8CCC-585A020E57BF}"/>
              </a:ext>
            </a:extLst>
          </p:cNvPr>
          <p:cNvPicPr>
            <a:picLocks xmlns:a="http://schemas.openxmlformats.org/drawingml/2006/main" noChangeAspect="1"/>
          </p:cNvPicPr>
          <p:nvPr/>
        </p:nvPicPr>
        <p:blipFill>
          <a:blip xmlns:r="http://schemas.openxmlformats.org/officeDocument/2006/relationships" xmlns:a="http://schemas.openxmlformats.org/drawingml/2006/main" r:embed="R163ab3c445cd4222"/>
          <a:stretch xmlns:a="http://schemas.openxmlformats.org/drawingml/2006/main">
            <a:fillRect l="0" t="0" r="0" b="0"/>
          </a:stretch>
        </p:blipFill>
        <p:spPr>
          <a:xfrm xmlns:a="http://schemas.openxmlformats.org/drawingml/2006/main">
            <a:off x="587532" y="8627364"/>
            <a:ext cx="265742" cy="265742"/>
          </a:xfrm>
          <a:prstGeom xmlns:a="http://schemas.openxmlformats.org/drawingml/2006/main" prst="rect">
            <a:avLst/>
          </a:prstGeom>
        </p:spPr>
      </p:pic>
      <p:pic>
        <p:nvPicPr>
          <p:cNvPr id="204" name="Grafik 20">
            <a:extLst xmlns:a="http://schemas.openxmlformats.org/drawingml/2006/main">
              <a:ext uri="{FF2B5EF4-FFF2-40B4-BE49-F238E27FC236}">
                <a16:creationId xmlns:a16="http://schemas.microsoft.com/office/drawing/2014/main" id="{A18092DA-AFDB-4879-AA18-5C92B943CD2C}"/>
              </a:ext>
            </a:extLst>
          </p:cNvPr>
          <p:cNvPicPr>
            <a:picLocks xmlns:a="http://schemas.openxmlformats.org/drawingml/2006/main" noChangeAspect="1"/>
          </p:cNvPicPr>
          <p:nvPr/>
        </p:nvPicPr>
        <p:blipFill>
          <a:blip xmlns:r="http://schemas.openxmlformats.org/officeDocument/2006/relationships" xmlns:a="http://schemas.openxmlformats.org/drawingml/2006/main" r:embed="R2e335873b11d40d7"/>
          <a:stretch xmlns:a="http://schemas.openxmlformats.org/drawingml/2006/main">
            <a:fillRect l="0" t="0" r="0" b="0"/>
          </a:stretch>
        </p:blipFill>
        <p:spPr>
          <a:xfrm xmlns:a="http://schemas.openxmlformats.org/drawingml/2006/main">
            <a:off x="989085" y="8607554"/>
            <a:ext cx="265742" cy="265742"/>
          </a:xfrm>
          <a:prstGeom xmlns:a="http://schemas.openxmlformats.org/drawingml/2006/main" prst="rect">
            <a:avLst/>
          </a:prstGeom>
        </p:spPr>
      </p:pic>
      <p:pic>
        <p:nvPicPr>
          <p:cNvPr id="205" name="Grafik 22">
            <a:extLst xmlns:a="http://schemas.openxmlformats.org/drawingml/2006/main">
              <a:ext uri="{FF2B5EF4-FFF2-40B4-BE49-F238E27FC236}">
                <a16:creationId xmlns:a16="http://schemas.microsoft.com/office/drawing/2014/main" id="{9658DABB-B22C-438F-BCB9-BD9C48ED10A9}"/>
              </a:ext>
            </a:extLst>
          </p:cNvPr>
          <p:cNvPicPr>
            <a:picLocks xmlns:a="http://schemas.openxmlformats.org/drawingml/2006/main" noChangeAspect="1"/>
          </p:cNvPicPr>
          <p:nvPr/>
        </p:nvPicPr>
        <p:blipFill>
          <a:blip xmlns:r="http://schemas.openxmlformats.org/officeDocument/2006/relationships" xmlns:a="http://schemas.openxmlformats.org/drawingml/2006/main" r:embed="R481bdbf953d04bb2"/>
          <a:stretch xmlns:a="http://schemas.openxmlformats.org/drawingml/2006/main">
            <a:fillRect l="0" t="0" r="0" b="0"/>
          </a:stretch>
        </p:blipFill>
        <p:spPr>
          <a:xfrm xmlns:a="http://schemas.openxmlformats.org/drawingml/2006/main">
            <a:off x="192676" y="9197885"/>
            <a:ext cx="265742" cy="265742"/>
          </a:xfrm>
          <a:prstGeom xmlns:a="http://schemas.openxmlformats.org/drawingml/2006/main" prst="rect">
            <a:avLst/>
          </a:prstGeom>
        </p:spPr>
      </p:pic>
      <p:pic>
        <p:nvPicPr>
          <p:cNvPr id="206" name="Grafik 24">
            <a:extLst xmlns:a="http://schemas.openxmlformats.org/drawingml/2006/main">
              <a:ext uri="{FF2B5EF4-FFF2-40B4-BE49-F238E27FC236}">
                <a16:creationId xmlns:a16="http://schemas.microsoft.com/office/drawing/2014/main" id="{A9F87AB9-C49F-4457-A224-9E48D5E2C56D}"/>
              </a:ext>
            </a:extLst>
          </p:cNvPr>
          <p:cNvPicPr>
            <a:picLocks xmlns:a="http://schemas.openxmlformats.org/drawingml/2006/main" noChangeAspect="1"/>
          </p:cNvPicPr>
          <p:nvPr/>
        </p:nvPicPr>
        <p:blipFill>
          <a:blip xmlns:r="http://schemas.openxmlformats.org/officeDocument/2006/relationships" xmlns:a="http://schemas.openxmlformats.org/drawingml/2006/main" r:embed="R87c3aa807b114ed7"/>
          <a:stretch xmlns:a="http://schemas.openxmlformats.org/drawingml/2006/main">
            <a:fillRect l="0" t="0" r="0" b="0"/>
          </a:stretch>
        </p:blipFill>
        <p:spPr>
          <a:xfrm xmlns:a="http://schemas.openxmlformats.org/drawingml/2006/main">
            <a:off x="557675" y="9209255"/>
            <a:ext cx="265742" cy="265742"/>
          </a:xfrm>
          <a:prstGeom xmlns:a="http://schemas.openxmlformats.org/drawingml/2006/main" prst="rect">
            <a:avLst/>
          </a:prstGeom>
        </p:spPr>
      </p:pic>
      <p:sp>
        <p:nvSpPr>
          <p:cNvPr id="28" name="Rechteck">
            <a:extLst xmlns:a="http://schemas.openxmlformats.org/drawingml/2006/main">
              <a:ext uri="{FF2B5EF4-FFF2-40B4-BE49-F238E27FC236}">
                <a16:creationId xmlns:a16="http://schemas.microsoft.com/office/drawing/2014/main" id="{4750C0A6-490D-4A49-8A18-E73489E56FE9}"/>
              </a:ext>
            </a:extLst>
          </p:cNvPr>
          <p:cNvSpPr>
            <a:spLocks xmlns:a="http://schemas.openxmlformats.org/drawingml/2006/main" noGrp="1"/>
          </p:cNvSpPr>
          <p:nvPr/>
        </p:nvSpPr>
        <p:spPr>
          <a:xfrm xmlns:a="http://schemas.openxmlformats.org/drawingml/2006/main">
            <a:off x="2418207" y="0"/>
            <a:ext cx="147638" cy="966311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sp>
        <p:nvSpPr>
          <p:cNvPr id="30" name="Rechtwinkliges Dreieck 29">
            <a:extLst xmlns:a="http://schemas.openxmlformats.org/drawingml/2006/main">
              <a:ext uri="{FF2B5EF4-FFF2-40B4-BE49-F238E27FC236}">
                <a16:creationId xmlns:a16="http://schemas.microsoft.com/office/drawing/2014/main" id="{F58D6FA0-8034-4CC5-8929-30729B0E12D2}"/>
              </a:ext>
            </a:extLst>
          </p:cNvPr>
          <p:cNvSpPr>
            <a:spLocks xmlns:a="http://schemas.openxmlformats.org/drawingml/2006/main" noGrp="1"/>
          </p:cNvSpPr>
          <p:nvPr/>
        </p:nvSpPr>
        <p:spPr>
          <a:xfrm xmlns:a="http://schemas.openxmlformats.org/drawingml/2006/main" rot="5400000">
            <a:off x="2372011" y="9709309"/>
            <a:ext cx="239935" cy="147638"/>
          </a:xfrm>
          <a:prstGeom xmlns:a="http://schemas.openxmlformats.org/drawingml/2006/main" prst="rtTriangle">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pic>
        <p:nvPicPr>
          <p:cNvPr id="209" name="Grafik 38">
            <a:extLst xmlns:a="http://schemas.openxmlformats.org/drawingml/2006/main">
              <a:ext uri="{FF2B5EF4-FFF2-40B4-BE49-F238E27FC236}">
                <a16:creationId xmlns:a16="http://schemas.microsoft.com/office/drawing/2014/main" id="{06FD67CF-5F31-4C6D-B141-9F2E4153A961}"/>
              </a:ext>
            </a:extLst>
          </p:cNvPr>
          <p:cNvPicPr>
            <a:picLocks xmlns:a="http://schemas.openxmlformats.org/drawingml/2006/main" noChangeAspect="1"/>
          </p:cNvPicPr>
          <p:nvPr/>
        </p:nvPicPr>
        <p:blipFill>
          <a:blip xmlns:r="http://schemas.openxmlformats.org/officeDocument/2006/relationships" xmlns:a="http://schemas.openxmlformats.org/drawingml/2006/main" r:embed="R7ebab51ede454304"/>
          <a:stretch xmlns:a="http://schemas.openxmlformats.org/drawingml/2006/main">
            <a:fillRect l="0" t="0" r="0" b="0"/>
          </a:stretch>
        </p:blipFill>
        <p:spPr>
          <a:xfrm xmlns:a="http://schemas.openxmlformats.org/drawingml/2006/main">
            <a:off x="1426017" y="8616954"/>
            <a:ext cx="265742" cy="265742"/>
          </a:xfrm>
          <a:prstGeom xmlns:a="http://schemas.openxmlformats.org/drawingml/2006/main" prst="rect">
            <a:avLst/>
          </a:prstGeom>
        </p:spPr>
      </p:pic>
      <p:pic>
        <p:nvPicPr>
          <p:cNvPr id="210" name="Grafik 40">
            <a:extLst xmlns:a="http://schemas.openxmlformats.org/drawingml/2006/main">
              <a:ext uri="{FF2B5EF4-FFF2-40B4-BE49-F238E27FC236}">
                <a16:creationId xmlns:a16="http://schemas.microsoft.com/office/drawing/2014/main" id="{EA07B6DC-B75B-49ED-9F39-3D23D0AE1983}"/>
              </a:ext>
            </a:extLst>
          </p:cNvPr>
          <p:cNvPicPr>
            <a:picLocks xmlns:a="http://schemas.openxmlformats.org/drawingml/2006/main" noChangeAspect="1"/>
          </p:cNvPicPr>
          <p:nvPr/>
        </p:nvPicPr>
        <p:blipFill>
          <a:blip xmlns:r="http://schemas.openxmlformats.org/officeDocument/2006/relationships" xmlns:a="http://schemas.openxmlformats.org/drawingml/2006/main" r:embed="R466d7415e23c4b58"/>
          <a:stretch xmlns:a="http://schemas.openxmlformats.org/drawingml/2006/main">
            <a:fillRect l="0" t="0" r="0" b="0"/>
          </a:stretch>
        </p:blipFill>
        <p:spPr>
          <a:xfrm xmlns:a="http://schemas.openxmlformats.org/drawingml/2006/main">
            <a:off x="961029" y="9197885"/>
            <a:ext cx="265742" cy="265742"/>
          </a:xfrm>
          <a:prstGeom xmlns:a="http://schemas.openxmlformats.org/drawingml/2006/main" prst="rect">
            <a:avLst/>
          </a:prstGeom>
        </p:spPr>
      </p:pic>
      <p:sp>
        <p:nvSpPr>
          <p:cNvPr id="46" name="40%">
            <a:extLst xmlns:a="http://schemas.openxmlformats.org/drawingml/2006/main">
              <a:ext uri="{FF2B5EF4-FFF2-40B4-BE49-F238E27FC236}">
                <a16:creationId xmlns:a16="http://schemas.microsoft.com/office/drawing/2014/main" id="{B105F850-775B-4953-9FDA-6173836F405B}"/>
              </a:ext>
            </a:extLst>
          </p:cNvPr>
          <p:cNvSpPr>
            <a:spLocks xmlns:a="http://schemas.openxmlformats.org/drawingml/2006/main" noGrp="1"/>
          </p:cNvSpPr>
          <p:nvPr/>
        </p:nvSpPr>
        <p:spPr>
          <a:xfrm xmlns:a="http://schemas.openxmlformats.org/drawingml/2006/main">
            <a:off x="14182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7" name="5%">
            <a:extLst xmlns:a="http://schemas.openxmlformats.org/drawingml/2006/main">
              <a:ext uri="{FF2B5EF4-FFF2-40B4-BE49-F238E27FC236}">
                <a16:creationId xmlns:a16="http://schemas.microsoft.com/office/drawing/2014/main" id="{B761FD74-41CC-4517-8360-224480B54095}"/>
              </a:ext>
            </a:extLst>
          </p:cNvPr>
          <p:cNvSpPr>
            <a:spLocks xmlns:a="http://schemas.openxmlformats.org/drawingml/2006/main" noGrp="1"/>
          </p:cNvSpPr>
          <p:nvPr/>
        </p:nvSpPr>
        <p:spPr>
          <a:xfrm xmlns:a="http://schemas.openxmlformats.org/drawingml/2006/main">
            <a:off x="1032605" y="8946356"/>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10%</a:t>
            </a:r>
          </a:p>
        </p:txBody>
      </p:sp>
      <p:sp>
        <p:nvSpPr>
          <p:cNvPr id="48" name="15%">
            <a:extLst xmlns:a="http://schemas.openxmlformats.org/drawingml/2006/main">
              <a:ext uri="{FF2B5EF4-FFF2-40B4-BE49-F238E27FC236}">
                <a16:creationId xmlns:a16="http://schemas.microsoft.com/office/drawing/2014/main" id="{B3AFBE9D-3B87-4EEE-A4DC-243DAB4A00FF}"/>
              </a:ext>
            </a:extLst>
          </p:cNvPr>
          <p:cNvSpPr>
            <a:spLocks xmlns:a="http://schemas.openxmlformats.org/drawingml/2006/main" noGrp="1"/>
          </p:cNvSpPr>
          <p:nvPr/>
        </p:nvSpPr>
        <p:spPr>
          <a:xfrm xmlns:a="http://schemas.openxmlformats.org/drawingml/2006/main">
            <a:off x="57016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r>
              <a:rPr sz="1000">
                <a:latin typeface="Arial"/>
                <a:ea typeface="Arial"/>
                <a:cs typeface="Arial"/>
              </a:rPr>
              <a:t>%</a:t>
            </a:r>
          </a:p>
        </p:txBody>
      </p:sp>
      <p:sp>
        <p:nvSpPr>
          <p:cNvPr id="49" name="40%">
            <a:extLst xmlns:a="http://schemas.openxmlformats.org/drawingml/2006/main">
              <a:ext uri="{FF2B5EF4-FFF2-40B4-BE49-F238E27FC236}">
                <a16:creationId xmlns:a16="http://schemas.microsoft.com/office/drawing/2014/main" id="{141A722F-4165-4835-A979-F38C4B4AB514}"/>
              </a:ext>
            </a:extLst>
          </p:cNvPr>
          <p:cNvSpPr>
            <a:spLocks xmlns:a="http://schemas.openxmlformats.org/drawingml/2006/main" noGrp="1"/>
          </p:cNvSpPr>
          <p:nvPr/>
        </p:nvSpPr>
        <p:spPr>
          <a:xfrm xmlns:a="http://schemas.openxmlformats.org/drawingml/2006/main">
            <a:off x="529114"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0" name="0%">
            <a:extLst xmlns:a="http://schemas.openxmlformats.org/drawingml/2006/main">
              <a:ext uri="{FF2B5EF4-FFF2-40B4-BE49-F238E27FC236}">
                <a16:creationId xmlns:a16="http://schemas.microsoft.com/office/drawing/2014/main" id="{93267ABD-3B59-438D-939B-BF4207DA111D}"/>
              </a:ext>
            </a:extLst>
          </p:cNvPr>
          <p:cNvSpPr>
            <a:spLocks xmlns:a="http://schemas.openxmlformats.org/drawingml/2006/main" noGrp="1"/>
          </p:cNvSpPr>
          <p:nvPr/>
        </p:nvSpPr>
        <p:spPr>
          <a:xfrm xmlns:a="http://schemas.openxmlformats.org/drawingml/2006/main">
            <a:off x="936022"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20</a:t>
            </a:r>
            <a:r>
              <a:rPr sz="1000">
                <a:latin typeface="Arial"/>
                <a:ea typeface="Arial"/>
                <a:cs typeface="Arial"/>
              </a:rPr>
              <a:t>%</a:t>
            </a:r>
          </a:p>
        </p:txBody>
      </p:sp>
      <p:pic>
        <p:nvPicPr>
          <p:cNvPr id="216" name="Grafik 51">
            <a:extLst xmlns:a="http://schemas.openxmlformats.org/drawingml/2006/main">
              <a:ext uri="{FF2B5EF4-FFF2-40B4-BE49-F238E27FC236}">
                <a16:creationId xmlns:a16="http://schemas.microsoft.com/office/drawing/2014/main" id="{2051140D-E8AF-4A8C-8835-717CBE030E31}"/>
              </a:ext>
            </a:extLst>
          </p:cNvPr>
          <p:cNvPicPr>
            <a:picLocks xmlns:a="http://schemas.openxmlformats.org/drawingml/2006/main" noChangeAspect="1"/>
          </p:cNvPicPr>
          <p:nvPr/>
        </p:nvPicPr>
        <p:blipFill>
          <a:blip xmlns:r="http://schemas.openxmlformats.org/officeDocument/2006/relationships" xmlns:a="http://schemas.openxmlformats.org/drawingml/2006/main" r:embed="R8f8c49997adc4042"/>
          <a:stretch xmlns:a="http://schemas.openxmlformats.org/drawingml/2006/main">
            <a:fillRect l="0" t="0" r="0" b="0"/>
          </a:stretch>
        </p:blipFill>
        <p:spPr>
          <a:xfrm xmlns:a="http://schemas.openxmlformats.org/drawingml/2006/main">
            <a:off x="1888922" y="8656394"/>
            <a:ext cx="265743" cy="265743"/>
          </a:xfrm>
          <a:prstGeom xmlns:a="http://schemas.openxmlformats.org/drawingml/2006/main" prst="rect">
            <a:avLst/>
          </a:prstGeom>
        </p:spPr>
      </p:pic>
      <p:sp>
        <p:nvSpPr>
          <p:cNvPr id="53" name="40%">
            <a:extLst xmlns:a="http://schemas.openxmlformats.org/drawingml/2006/main">
              <a:ext uri="{FF2B5EF4-FFF2-40B4-BE49-F238E27FC236}">
                <a16:creationId xmlns:a16="http://schemas.microsoft.com/office/drawing/2014/main" id="{93F35EC7-36D9-4745-9986-C4FE7847053C}"/>
              </a:ext>
            </a:extLst>
          </p:cNvPr>
          <p:cNvSpPr>
            <a:spLocks xmlns:a="http://schemas.openxmlformats.org/drawingml/2006/main" noGrp="1"/>
          </p:cNvSpPr>
          <p:nvPr/>
        </p:nvSpPr>
        <p:spPr>
          <a:xfrm xmlns:a="http://schemas.openxmlformats.org/drawingml/2006/main">
            <a:off x="120396" y="9513761"/>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20</a:t>
            </a:r>
            <a:r>
              <a:rPr sz="1000">
                <a:latin typeface="Arial"/>
                <a:ea typeface="Arial"/>
                <a:cs typeface="Arial"/>
              </a:rPr>
              <a:t>%</a:t>
            </a:r>
          </a:p>
        </p:txBody>
      </p:sp>
      <p:sp>
        <p:nvSpPr>
          <p:cNvPr id="54" name="5%">
            <a:extLst xmlns:a="http://schemas.openxmlformats.org/drawingml/2006/main">
              <a:ext uri="{FF2B5EF4-FFF2-40B4-BE49-F238E27FC236}">
                <a16:creationId xmlns:a16="http://schemas.microsoft.com/office/drawing/2014/main" id="{42115540-9E2E-4549-A8B0-48B52CFC47CF}"/>
              </a:ext>
            </a:extLst>
          </p:cNvPr>
          <p:cNvSpPr>
            <a:spLocks xmlns:a="http://schemas.openxmlformats.org/drawingml/2006/main" noGrp="1"/>
          </p:cNvSpPr>
          <p:nvPr/>
        </p:nvSpPr>
        <p:spPr>
          <a:xfrm xmlns:a="http://schemas.openxmlformats.org/drawingml/2006/main">
            <a:off x="1445990"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30</a:t>
            </a:r>
            <a:r>
              <a:rPr sz="1000">
                <a:latin typeface="Arial"/>
                <a:ea typeface="Arial"/>
                <a:cs typeface="Arial"/>
              </a:rPr>
              <a:t>%</a:t>
            </a:r>
          </a:p>
        </p:txBody>
      </p:sp>
      <p:sp>
        <p:nvSpPr>
          <p:cNvPr id="56" name="5%">
            <a:extLst xmlns:a="http://schemas.openxmlformats.org/drawingml/2006/main">
              <a:ext uri="{FF2B5EF4-FFF2-40B4-BE49-F238E27FC236}">
                <a16:creationId xmlns:a16="http://schemas.microsoft.com/office/drawing/2014/main" id="{D9049078-B517-4566-B31B-5005796A8C8F}"/>
              </a:ext>
            </a:extLst>
          </p:cNvPr>
          <p:cNvSpPr>
            <a:spLocks xmlns:a="http://schemas.openxmlformats.org/drawingml/2006/main" noGrp="1"/>
          </p:cNvSpPr>
          <p:nvPr/>
        </p:nvSpPr>
        <p:spPr>
          <a:xfrm xmlns:a="http://schemas.openxmlformats.org/drawingml/2006/main">
            <a:off x="1830133" y="8953024"/>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20%</a:t>
            </a:r>
          </a:p>
        </p:txBody>
      </p:sp>
      <p:sp>
        <p:nvSpPr>
          <p:cNvPr id="57" name="Persönlichkeit">
            <a:extLst xmlns:a="http://schemas.openxmlformats.org/drawingml/2006/main">
              <a:ext uri="{FF2B5EF4-FFF2-40B4-BE49-F238E27FC236}">
                <a16:creationId xmlns:a16="http://schemas.microsoft.com/office/drawing/2014/main" id="{28B2D65B-7C0A-4540-9BB1-3A2BA1C3B320}"/>
              </a:ext>
            </a:extLst>
          </p:cNvPr>
          <p:cNvSpPr>
            <a:spLocks xmlns:a="http://schemas.openxmlformats.org/drawingml/2006/main" noGrp="1"/>
          </p:cNvSpPr>
          <p:nvPr/>
        </p:nvSpPr>
        <p:spPr>
          <a:xfrm xmlns:a="http://schemas.openxmlformats.org/drawingml/2006/main">
            <a:off x="134303" y="4389025"/>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Internet</a:t>
            </a:r>
          </a:p>
        </p:txBody>
      </p:sp>
      <p:sp>
        <p:nvSpPr>
          <p:cNvPr id="58" name="Extrovertiert">
            <a:extLst xmlns:a="http://schemas.openxmlformats.org/drawingml/2006/main">
              <a:ext uri="{FF2B5EF4-FFF2-40B4-BE49-F238E27FC236}">
                <a16:creationId xmlns:a16="http://schemas.microsoft.com/office/drawing/2014/main" id="{A8560577-5D82-4078-A956-BA30B12556FD}"/>
              </a:ext>
            </a:extLst>
          </p:cNvPr>
          <p:cNvSpPr>
            <a:spLocks xmlns:a="http://schemas.openxmlformats.org/drawingml/2006/main" noGrp="1"/>
          </p:cNvSpPr>
          <p:nvPr/>
        </p:nvSpPr>
        <p:spPr>
          <a:xfrm xmlns:a="http://schemas.openxmlformats.org/drawingml/2006/main">
            <a:off x="82772" y="5533549"/>
            <a:ext cx="889921"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Extrovertiert</a:t>
            </a:r>
          </a:p>
        </p:txBody>
      </p:sp>
      <p:sp>
        <p:nvSpPr>
          <p:cNvPr id="59" name="Introvertiert">
            <a:extLst xmlns:a="http://schemas.openxmlformats.org/drawingml/2006/main">
              <a:ext uri="{FF2B5EF4-FFF2-40B4-BE49-F238E27FC236}">
                <a16:creationId xmlns:a16="http://schemas.microsoft.com/office/drawing/2014/main" id="{124657A9-77EC-40D8-B30E-DCE00AD3FC02}"/>
              </a:ext>
            </a:extLst>
          </p:cNvPr>
          <p:cNvSpPr>
            <a:spLocks xmlns:a="http://schemas.openxmlformats.org/drawingml/2006/main" noGrp="1"/>
          </p:cNvSpPr>
          <p:nvPr/>
        </p:nvSpPr>
        <p:spPr>
          <a:xfrm xmlns:a="http://schemas.openxmlformats.org/drawingml/2006/main">
            <a:off x="1388078" y="5537645"/>
            <a:ext cx="85267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Introvertiert</a:t>
            </a:r>
          </a:p>
        </p:txBody>
      </p:sp>
      <p:sp>
        <p:nvSpPr>
          <p:cNvPr id="60" name="Planer">
            <a:extLst xmlns:a="http://schemas.openxmlformats.org/drawingml/2006/main">
              <a:ext uri="{FF2B5EF4-FFF2-40B4-BE49-F238E27FC236}">
                <a16:creationId xmlns:a16="http://schemas.microsoft.com/office/drawing/2014/main" id="{D0FE18F3-FED4-4291-A264-345476A3EB02}"/>
              </a:ext>
            </a:extLst>
          </p:cNvPr>
          <p:cNvSpPr>
            <a:spLocks xmlns:a="http://schemas.openxmlformats.org/drawingml/2006/main" noGrp="1"/>
          </p:cNvSpPr>
          <p:nvPr/>
        </p:nvSpPr>
        <p:spPr>
          <a:xfrm xmlns:a="http://schemas.openxmlformats.org/drawingml/2006/main">
            <a:off x="77057" y="5893213"/>
            <a:ext cx="1022699"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Planer</a:t>
            </a:r>
          </a:p>
        </p:txBody>
      </p:sp>
      <p:sp>
        <p:nvSpPr>
          <p:cNvPr id="61" name="Spontan">
            <a:extLst xmlns:a="http://schemas.openxmlformats.org/drawingml/2006/main">
              <a:ext uri="{FF2B5EF4-FFF2-40B4-BE49-F238E27FC236}">
                <a16:creationId xmlns:a16="http://schemas.microsoft.com/office/drawing/2014/main" id="{88C99627-9916-45EB-B20F-0BCF83C38230}"/>
              </a:ext>
            </a:extLst>
          </p:cNvPr>
          <p:cNvSpPr>
            <a:spLocks xmlns:a="http://schemas.openxmlformats.org/drawingml/2006/main" noGrp="1"/>
          </p:cNvSpPr>
          <p:nvPr/>
        </p:nvSpPr>
        <p:spPr>
          <a:xfrm xmlns:a="http://schemas.openxmlformats.org/drawingml/2006/main">
            <a:off x="1566005" y="5893213"/>
            <a:ext cx="61245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Spontan</a:t>
            </a:r>
          </a:p>
        </p:txBody>
      </p:sp>
      <p:sp>
        <p:nvSpPr>
          <p:cNvPr id="62" name="Fühlen">
            <a:extLst xmlns:a="http://schemas.openxmlformats.org/drawingml/2006/main">
              <a:ext uri="{FF2B5EF4-FFF2-40B4-BE49-F238E27FC236}">
                <a16:creationId xmlns:a16="http://schemas.microsoft.com/office/drawing/2014/main" id="{6747BE4F-8950-43D7-92CD-F1E0184B75EA}"/>
              </a:ext>
            </a:extLst>
          </p:cNvPr>
          <p:cNvSpPr>
            <a:spLocks xmlns:a="http://schemas.openxmlformats.org/drawingml/2006/main" noGrp="1"/>
          </p:cNvSpPr>
          <p:nvPr/>
        </p:nvSpPr>
        <p:spPr>
          <a:xfrm xmlns:a="http://schemas.openxmlformats.org/drawingml/2006/main">
            <a:off x="1725644" y="6265355"/>
            <a:ext cx="69227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Fühlen</a:t>
            </a:r>
          </a:p>
        </p:txBody>
      </p:sp>
      <p:sp>
        <p:nvSpPr>
          <p:cNvPr id="63" name="Konservativ">
            <a:extLst xmlns:a="http://schemas.openxmlformats.org/drawingml/2006/main">
              <a:ext uri="{FF2B5EF4-FFF2-40B4-BE49-F238E27FC236}">
                <a16:creationId xmlns:a16="http://schemas.microsoft.com/office/drawing/2014/main" id="{5CA6DB11-9BCE-46D7-BD8F-B487B45784CC}"/>
              </a:ext>
            </a:extLst>
          </p:cNvPr>
          <p:cNvSpPr>
            <a:spLocks xmlns:a="http://schemas.openxmlformats.org/drawingml/2006/main" noGrp="1"/>
          </p:cNvSpPr>
          <p:nvPr/>
        </p:nvSpPr>
        <p:spPr>
          <a:xfrm xmlns:a="http://schemas.openxmlformats.org/drawingml/2006/main">
            <a:off x="82296" y="6663404"/>
            <a:ext cx="83848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Konservativ</a:t>
            </a:r>
          </a:p>
        </p:txBody>
      </p:sp>
      <p:sp>
        <p:nvSpPr>
          <p:cNvPr id="64" name="Liberal">
            <a:extLst xmlns:a="http://schemas.openxmlformats.org/drawingml/2006/main">
              <a:ext uri="{FF2B5EF4-FFF2-40B4-BE49-F238E27FC236}">
                <a16:creationId xmlns:a16="http://schemas.microsoft.com/office/drawing/2014/main" id="{CBB632E1-2BE6-4B4E-8ECF-5009DEBD8877}"/>
              </a:ext>
            </a:extLst>
          </p:cNvPr>
          <p:cNvSpPr>
            <a:spLocks xmlns:a="http://schemas.openxmlformats.org/drawingml/2006/main" noGrp="1"/>
          </p:cNvSpPr>
          <p:nvPr/>
        </p:nvSpPr>
        <p:spPr>
          <a:xfrm xmlns:a="http://schemas.openxmlformats.org/drawingml/2006/main">
            <a:off x="1765078" y="6649879"/>
            <a:ext cx="51939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Liberal</a:t>
            </a:r>
          </a:p>
        </p:txBody>
      </p:sp>
      <p:sp>
        <p:nvSpPr>
          <p:cNvPr id="65" name="Anführer">
            <a:extLst xmlns:a="http://schemas.openxmlformats.org/drawingml/2006/main">
              <a:ext uri="{FF2B5EF4-FFF2-40B4-BE49-F238E27FC236}">
                <a16:creationId xmlns:a16="http://schemas.microsoft.com/office/drawing/2014/main" id="{263BF284-5B72-4F84-A1D0-EB617316CB00}"/>
              </a:ext>
            </a:extLst>
          </p:cNvPr>
          <p:cNvSpPr>
            <a:spLocks xmlns:a="http://schemas.openxmlformats.org/drawingml/2006/main" noGrp="1"/>
          </p:cNvSpPr>
          <p:nvPr/>
        </p:nvSpPr>
        <p:spPr>
          <a:xfrm xmlns:a="http://schemas.openxmlformats.org/drawingml/2006/main">
            <a:off x="104394" y="7101364"/>
            <a:ext cx="64722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Anführer</a:t>
            </a:r>
          </a:p>
        </p:txBody>
      </p:sp>
      <p:sp>
        <p:nvSpPr>
          <p:cNvPr id="66" name="Nachahmer">
            <a:extLst xmlns:a="http://schemas.openxmlformats.org/drawingml/2006/main">
              <a:ext uri="{FF2B5EF4-FFF2-40B4-BE49-F238E27FC236}">
                <a16:creationId xmlns:a16="http://schemas.microsoft.com/office/drawing/2014/main" id="{D5226E57-86B7-4C63-B917-4FDDC04A6B2B}"/>
              </a:ext>
            </a:extLst>
          </p:cNvPr>
          <p:cNvSpPr>
            <a:spLocks xmlns:a="http://schemas.openxmlformats.org/drawingml/2006/main" noGrp="1"/>
          </p:cNvSpPr>
          <p:nvPr/>
        </p:nvSpPr>
        <p:spPr>
          <a:xfrm xmlns:a="http://schemas.openxmlformats.org/drawingml/2006/main">
            <a:off x="1453706" y="7069741"/>
            <a:ext cx="839343"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Nachahmer</a:t>
            </a:r>
          </a:p>
        </p:txBody>
      </p:sp>
      <p:sp>
        <p:nvSpPr>
          <p:cNvPr id="67" name="Internet">
            <a:extLst xmlns:a="http://schemas.openxmlformats.org/drawingml/2006/main">
              <a:ext uri="{FF2B5EF4-FFF2-40B4-BE49-F238E27FC236}">
                <a16:creationId xmlns:a16="http://schemas.microsoft.com/office/drawing/2014/main" id="{74A13C56-17B0-4C31-9510-B5E300B78A64}"/>
              </a:ext>
            </a:extLst>
          </p:cNvPr>
          <p:cNvSpPr>
            <a:spLocks xmlns:a="http://schemas.openxmlformats.org/drawingml/2006/main" noGrp="1"/>
          </p:cNvSpPr>
          <p:nvPr/>
        </p:nvSpPr>
        <p:spPr>
          <a:xfrm xmlns:a="http://schemas.openxmlformats.org/drawingml/2006/main">
            <a:off x="101251" y="3669887"/>
            <a:ext cx="961930"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Technologie</a:t>
            </a:r>
          </a:p>
        </p:txBody>
      </p:sp>
      <p:sp>
        <p:nvSpPr>
          <p:cNvPr id="68" name="Software und Apps">
            <a:extLst xmlns:a="http://schemas.openxmlformats.org/drawingml/2006/main">
              <a:ext uri="{FF2B5EF4-FFF2-40B4-BE49-F238E27FC236}">
                <a16:creationId xmlns:a16="http://schemas.microsoft.com/office/drawing/2014/main" id="{3362B1B7-D87D-481B-BE54-011F77612331}"/>
              </a:ext>
            </a:extLst>
          </p:cNvPr>
          <p:cNvSpPr>
            <a:spLocks xmlns:a="http://schemas.openxmlformats.org/drawingml/2006/main" noGrp="1"/>
          </p:cNvSpPr>
          <p:nvPr/>
        </p:nvSpPr>
        <p:spPr>
          <a:xfrm xmlns:a="http://schemas.openxmlformats.org/drawingml/2006/main">
            <a:off x="110776" y="4049173"/>
            <a:ext cx="1337882"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Software und Apps</a:t>
            </a:r>
          </a:p>
        </p:txBody>
      </p:sp>
      <p:sp>
        <p:nvSpPr>
          <p:cNvPr id="70" name="Rechteck">
            <a:extLst xmlns:a="http://schemas.openxmlformats.org/drawingml/2006/main">
              <a:ext uri="{FF2B5EF4-FFF2-40B4-BE49-F238E27FC236}">
                <a16:creationId xmlns:a16="http://schemas.microsoft.com/office/drawing/2014/main" id="{5D8690B6-5E99-4750-88E0-64565D577282}"/>
              </a:ext>
            </a:extLst>
          </p:cNvPr>
          <p:cNvSpPr>
            <a:spLocks xmlns:a="http://schemas.openxmlformats.org/drawingml/2006/main" noGrp="1"/>
          </p:cNvSpPr>
          <p:nvPr/>
        </p:nvSpPr>
        <p:spPr>
          <a:xfrm xmlns:a="http://schemas.openxmlformats.org/drawingml/2006/main">
            <a:off x="104394" y="7323296"/>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xmlns:a="http://schemas.openxmlformats.org/drawingml/2006/main">
              <a:ext uri="{FF2B5EF4-FFF2-40B4-BE49-F238E27FC236}">
                <a16:creationId xmlns:a16="http://schemas.microsoft.com/office/drawing/2014/main" id="{32848BB3-5727-4D6A-A110-F633A76793A3}"/>
              </a:ext>
            </a:extLst>
          </p:cNvPr>
          <p:cNvSpPr>
            <a:spLocks xmlns:a="http://schemas.openxmlformats.org/drawingml/2006/main" noGrp="1"/>
          </p:cNvSpPr>
          <p:nvPr/>
        </p:nvSpPr>
        <p:spPr>
          <a:xfrm xmlns:a="http://schemas.openxmlformats.org/drawingml/2006/main">
            <a:off x="957263"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xmlns:a="http://schemas.openxmlformats.org/drawingml/2006/main">
              <a:ext uri="{FF2B5EF4-FFF2-40B4-BE49-F238E27FC236}">
                <a16:creationId xmlns:a16="http://schemas.microsoft.com/office/drawing/2014/main" id="{50062F09-FC3A-4349-86B5-36B0E542BC34}"/>
              </a:ext>
            </a:extLst>
          </p:cNvPr>
          <p:cNvSpPr>
            <a:spLocks xmlns:a="http://schemas.openxmlformats.org/drawingml/2006/main" noGrp="1"/>
          </p:cNvSpPr>
          <p:nvPr/>
        </p:nvSpPr>
        <p:spPr>
          <a:xfrm xmlns:a="http://schemas.openxmlformats.org/drawingml/2006/main">
            <a:off x="530828" y="732329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xmlns:a="http://schemas.openxmlformats.org/drawingml/2006/main">
              <a:ext uri="{FF2B5EF4-FFF2-40B4-BE49-F238E27FC236}">
                <a16:creationId xmlns:a16="http://schemas.microsoft.com/office/drawing/2014/main" id="{A73686BC-7D33-487D-A59D-B8A2614EC025}"/>
              </a:ext>
            </a:extLst>
          </p:cNvPr>
          <p:cNvSpPr>
            <a:spLocks xmlns:a="http://schemas.openxmlformats.org/drawingml/2006/main" noGrp="1"/>
          </p:cNvSpPr>
          <p:nvPr/>
        </p:nvSpPr>
        <p:spPr>
          <a:xfrm xmlns:a="http://schemas.openxmlformats.org/drawingml/2006/main">
            <a:off x="1383602"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xmlns:a="http://schemas.openxmlformats.org/drawingml/2006/main">
              <a:ext uri="{FF2B5EF4-FFF2-40B4-BE49-F238E27FC236}">
                <a16:creationId xmlns:a16="http://schemas.microsoft.com/office/drawing/2014/main" id="{2D768AB4-9B3F-4F96-A6FA-02EA6985981F}"/>
              </a:ext>
            </a:extLst>
          </p:cNvPr>
          <p:cNvSpPr>
            <a:spLocks xmlns:a="http://schemas.openxmlformats.org/drawingml/2006/main" noGrp="1"/>
          </p:cNvSpPr>
          <p:nvPr/>
        </p:nvSpPr>
        <p:spPr>
          <a:xfrm xmlns:a="http://schemas.openxmlformats.org/drawingml/2006/main">
            <a:off x="1810036"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xmlns:a="http://schemas.openxmlformats.org/drawingml/2006/main">
              <a:ext uri="{FF2B5EF4-FFF2-40B4-BE49-F238E27FC236}">
                <a16:creationId xmlns:a16="http://schemas.microsoft.com/office/drawing/2014/main" id="{2893C15A-D55F-48CF-81A6-F3AB22FFC2D2}"/>
              </a:ext>
            </a:extLst>
          </p:cNvPr>
          <p:cNvSpPr>
            <a:spLocks xmlns:a="http://schemas.openxmlformats.org/drawingml/2006/main" noGrp="1"/>
          </p:cNvSpPr>
          <p:nvPr/>
        </p:nvSpPr>
        <p:spPr>
          <a:xfrm xmlns:a="http://schemas.openxmlformats.org/drawingml/2006/main">
            <a:off x="104394"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xmlns:a="http://schemas.openxmlformats.org/drawingml/2006/main">
              <a:ext uri="{FF2B5EF4-FFF2-40B4-BE49-F238E27FC236}">
                <a16:creationId xmlns:a16="http://schemas.microsoft.com/office/drawing/2014/main" id="{894ED74E-0855-43C5-932B-565CB7C6450D}"/>
              </a:ext>
            </a:extLst>
          </p:cNvPr>
          <p:cNvSpPr>
            <a:spLocks xmlns:a="http://schemas.openxmlformats.org/drawingml/2006/main" noGrp="1"/>
          </p:cNvSpPr>
          <p:nvPr/>
        </p:nvSpPr>
        <p:spPr>
          <a:xfrm xmlns:a="http://schemas.openxmlformats.org/drawingml/2006/main">
            <a:off x="957263" y="6915817"/>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xmlns:a="http://schemas.openxmlformats.org/drawingml/2006/main">
              <a:ext uri="{FF2B5EF4-FFF2-40B4-BE49-F238E27FC236}">
                <a16:creationId xmlns:a16="http://schemas.microsoft.com/office/drawing/2014/main" id="{E07F87FB-4967-49CB-B94A-BAB21B47469C}"/>
              </a:ext>
            </a:extLst>
          </p:cNvPr>
          <p:cNvSpPr>
            <a:spLocks xmlns:a="http://schemas.openxmlformats.org/drawingml/2006/main" noGrp="1"/>
          </p:cNvSpPr>
          <p:nvPr/>
        </p:nvSpPr>
        <p:spPr>
          <a:xfrm xmlns:a="http://schemas.openxmlformats.org/drawingml/2006/main">
            <a:off x="530828"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xmlns:a="http://schemas.openxmlformats.org/drawingml/2006/main">
              <a:ext uri="{FF2B5EF4-FFF2-40B4-BE49-F238E27FC236}">
                <a16:creationId xmlns:a16="http://schemas.microsoft.com/office/drawing/2014/main" id="{C845B0A9-1EBA-4AEF-A447-6554E0DC703C}"/>
              </a:ext>
            </a:extLst>
          </p:cNvPr>
          <p:cNvSpPr>
            <a:spLocks xmlns:a="http://schemas.openxmlformats.org/drawingml/2006/main" noGrp="1"/>
          </p:cNvSpPr>
          <p:nvPr/>
        </p:nvSpPr>
        <p:spPr>
          <a:xfrm xmlns:a="http://schemas.openxmlformats.org/drawingml/2006/main">
            <a:off x="1383602"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xmlns:a="http://schemas.openxmlformats.org/drawingml/2006/main">
              <a:ext uri="{FF2B5EF4-FFF2-40B4-BE49-F238E27FC236}">
                <a16:creationId xmlns:a16="http://schemas.microsoft.com/office/drawing/2014/main" id="{163E74F4-C97B-4DEB-AB21-694386DCF696}"/>
              </a:ext>
            </a:extLst>
          </p:cNvPr>
          <p:cNvSpPr>
            <a:spLocks xmlns:a="http://schemas.openxmlformats.org/drawingml/2006/main" noGrp="1"/>
          </p:cNvSpPr>
          <p:nvPr/>
        </p:nvSpPr>
        <p:spPr>
          <a:xfrm xmlns:a="http://schemas.openxmlformats.org/drawingml/2006/main">
            <a:off x="1810036" y="6915817"/>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xmlns:a="http://schemas.openxmlformats.org/drawingml/2006/main">
              <a:ext uri="{FF2B5EF4-FFF2-40B4-BE49-F238E27FC236}">
                <a16:creationId xmlns:a16="http://schemas.microsoft.com/office/drawing/2014/main" id="{981752B2-BA7C-4625-B3BD-C21A8A17C794}"/>
              </a:ext>
            </a:extLst>
          </p:cNvPr>
          <p:cNvSpPr>
            <a:spLocks xmlns:a="http://schemas.openxmlformats.org/drawingml/2006/main" noGrp="1"/>
          </p:cNvSpPr>
          <p:nvPr/>
        </p:nvSpPr>
        <p:spPr>
          <a:xfrm xmlns:a="http://schemas.openxmlformats.org/drawingml/2006/main">
            <a:off x="104394"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xmlns:a="http://schemas.openxmlformats.org/drawingml/2006/main">
              <a:ext uri="{FF2B5EF4-FFF2-40B4-BE49-F238E27FC236}">
                <a16:creationId xmlns:a16="http://schemas.microsoft.com/office/drawing/2014/main" id="{4B4202E3-481A-4E89-91C4-A67D664BEEC1}"/>
              </a:ext>
            </a:extLst>
          </p:cNvPr>
          <p:cNvSpPr>
            <a:spLocks xmlns:a="http://schemas.openxmlformats.org/drawingml/2006/main" noGrp="1"/>
          </p:cNvSpPr>
          <p:nvPr/>
        </p:nvSpPr>
        <p:spPr>
          <a:xfrm xmlns:a="http://schemas.openxmlformats.org/drawingml/2006/main">
            <a:off x="957263"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xmlns:a="http://schemas.openxmlformats.org/drawingml/2006/main">
              <a:ext uri="{FF2B5EF4-FFF2-40B4-BE49-F238E27FC236}">
                <a16:creationId xmlns:a16="http://schemas.microsoft.com/office/drawing/2014/main" id="{F7E302B0-AEA3-4392-8C92-8B5FC3DDDD96}"/>
              </a:ext>
            </a:extLst>
          </p:cNvPr>
          <p:cNvSpPr>
            <a:spLocks xmlns:a="http://schemas.openxmlformats.org/drawingml/2006/main" noGrp="1"/>
          </p:cNvSpPr>
          <p:nvPr/>
        </p:nvSpPr>
        <p:spPr>
          <a:xfrm xmlns:a="http://schemas.openxmlformats.org/drawingml/2006/main">
            <a:off x="530828"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xmlns:a="http://schemas.openxmlformats.org/drawingml/2006/main">
              <a:ext uri="{FF2B5EF4-FFF2-40B4-BE49-F238E27FC236}">
                <a16:creationId xmlns:a16="http://schemas.microsoft.com/office/drawing/2014/main" id="{A8E1725A-20BE-4B0A-A477-341A0AF44666}"/>
              </a:ext>
            </a:extLst>
          </p:cNvPr>
          <p:cNvSpPr>
            <a:spLocks xmlns:a="http://schemas.openxmlformats.org/drawingml/2006/main" noGrp="1"/>
          </p:cNvSpPr>
          <p:nvPr/>
        </p:nvSpPr>
        <p:spPr>
          <a:xfrm xmlns:a="http://schemas.openxmlformats.org/drawingml/2006/main">
            <a:off x="1383602" y="6509195"/>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xmlns:a="http://schemas.openxmlformats.org/drawingml/2006/main">
              <a:ext uri="{FF2B5EF4-FFF2-40B4-BE49-F238E27FC236}">
                <a16:creationId xmlns:a16="http://schemas.microsoft.com/office/drawing/2014/main" id="{18BE0286-73B7-4FB5-BBC5-7D83BA983331}"/>
              </a:ext>
            </a:extLst>
          </p:cNvPr>
          <p:cNvSpPr>
            <a:spLocks xmlns:a="http://schemas.openxmlformats.org/drawingml/2006/main" noGrp="1"/>
          </p:cNvSpPr>
          <p:nvPr/>
        </p:nvSpPr>
        <p:spPr>
          <a:xfrm xmlns:a="http://schemas.openxmlformats.org/drawingml/2006/main">
            <a:off x="1810036"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xmlns:a="http://schemas.openxmlformats.org/drawingml/2006/main">
              <a:ext uri="{FF2B5EF4-FFF2-40B4-BE49-F238E27FC236}">
                <a16:creationId xmlns:a16="http://schemas.microsoft.com/office/drawing/2014/main" id="{B75F36B9-DE97-47B1-B92E-F3DD298050BB}"/>
              </a:ext>
            </a:extLst>
          </p:cNvPr>
          <p:cNvSpPr>
            <a:spLocks xmlns:a="http://schemas.openxmlformats.org/drawingml/2006/main" noGrp="1"/>
          </p:cNvSpPr>
          <p:nvPr/>
        </p:nvSpPr>
        <p:spPr>
          <a:xfrm xmlns:a="http://schemas.openxmlformats.org/drawingml/2006/main">
            <a:off x="83058" y="6264021"/>
            <a:ext cx="601599" cy="212312"/>
          </a:xfrm>
          <a:prstGeom xmlns:a="http://schemas.openxmlformats.org/drawingml/2006/main" prst="rect">
            <a:avLst/>
          </a:prstGeom>
          <a:ln xmlns:a="http://schemas.openxmlformats.org/drawingml/2006/main" w="3175"/>
        </p:spPr>
        <p:txBody>
          <a:bodyPr xmlns:a="http://schemas.openxmlformats.org/drawingml/2006/main" lIns="38100" tIns="38100" rIns="38100" bIns="38100" anchor="ct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Denken</a:t>
            </a:r>
          </a:p>
        </p:txBody>
      </p:sp>
      <p:sp>
        <p:nvSpPr>
          <p:cNvPr id="89" name="Rechteck">
            <a:extLst xmlns:a="http://schemas.openxmlformats.org/drawingml/2006/main">
              <a:ext uri="{FF2B5EF4-FFF2-40B4-BE49-F238E27FC236}">
                <a16:creationId xmlns:a16="http://schemas.microsoft.com/office/drawing/2014/main" id="{A3C9F528-BB90-46BE-80DC-52099D74C9A6}"/>
              </a:ext>
            </a:extLst>
          </p:cNvPr>
          <p:cNvSpPr>
            <a:spLocks xmlns:a="http://schemas.openxmlformats.org/drawingml/2006/main" noGrp="1"/>
          </p:cNvSpPr>
          <p:nvPr/>
        </p:nvSpPr>
        <p:spPr>
          <a:xfrm xmlns:a="http://schemas.openxmlformats.org/drawingml/2006/main">
            <a:off x="104394"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xmlns:a="http://schemas.openxmlformats.org/drawingml/2006/main">
              <a:ext uri="{FF2B5EF4-FFF2-40B4-BE49-F238E27FC236}">
                <a16:creationId xmlns:a16="http://schemas.microsoft.com/office/drawing/2014/main" id="{97DF5059-236D-45CA-920E-3ACB08422480}"/>
              </a:ext>
            </a:extLst>
          </p:cNvPr>
          <p:cNvSpPr>
            <a:spLocks xmlns:a="http://schemas.openxmlformats.org/drawingml/2006/main" noGrp="1"/>
          </p:cNvSpPr>
          <p:nvPr/>
        </p:nvSpPr>
        <p:spPr>
          <a:xfrm xmlns:a="http://schemas.openxmlformats.org/drawingml/2006/main">
            <a:off x="943737"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xmlns:a="http://schemas.openxmlformats.org/drawingml/2006/main">
              <a:ext uri="{FF2B5EF4-FFF2-40B4-BE49-F238E27FC236}">
                <a16:creationId xmlns:a16="http://schemas.microsoft.com/office/drawing/2014/main" id="{A3204F46-9E27-4B78-B33E-F2E82A35F0E2}"/>
              </a:ext>
            </a:extLst>
          </p:cNvPr>
          <p:cNvSpPr>
            <a:spLocks xmlns:a="http://schemas.openxmlformats.org/drawingml/2006/main" noGrp="1"/>
          </p:cNvSpPr>
          <p:nvPr/>
        </p:nvSpPr>
        <p:spPr>
          <a:xfrm xmlns:a="http://schemas.openxmlformats.org/drawingml/2006/main">
            <a:off x="524066"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xmlns:a="http://schemas.openxmlformats.org/drawingml/2006/main">
              <a:ext uri="{FF2B5EF4-FFF2-40B4-BE49-F238E27FC236}">
                <a16:creationId xmlns:a16="http://schemas.microsoft.com/office/drawing/2014/main" id="{E3B81E32-966D-4D2B-9C5A-BDA5A15900F0}"/>
              </a:ext>
            </a:extLst>
          </p:cNvPr>
          <p:cNvSpPr>
            <a:spLocks xmlns:a="http://schemas.openxmlformats.org/drawingml/2006/main" noGrp="1"/>
          </p:cNvSpPr>
          <p:nvPr/>
        </p:nvSpPr>
        <p:spPr>
          <a:xfrm xmlns:a="http://schemas.openxmlformats.org/drawingml/2006/main">
            <a:off x="1363313" y="6128576"/>
            <a:ext cx="383762"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xmlns:a="http://schemas.openxmlformats.org/drawingml/2006/main">
              <a:ext uri="{FF2B5EF4-FFF2-40B4-BE49-F238E27FC236}">
                <a16:creationId xmlns:a16="http://schemas.microsoft.com/office/drawing/2014/main" id="{935711A5-2D3F-4D34-BA88-720C70F80BDC}"/>
              </a:ext>
            </a:extLst>
          </p:cNvPr>
          <p:cNvSpPr>
            <a:spLocks xmlns:a="http://schemas.openxmlformats.org/drawingml/2006/main" noGrp="1"/>
          </p:cNvSpPr>
          <p:nvPr/>
        </p:nvSpPr>
        <p:spPr>
          <a:xfrm xmlns:a="http://schemas.openxmlformats.org/drawingml/2006/main">
            <a:off x="1782985"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xmlns:a="http://schemas.openxmlformats.org/drawingml/2006/main">
              <a:ext uri="{FF2B5EF4-FFF2-40B4-BE49-F238E27FC236}">
                <a16:creationId xmlns:a16="http://schemas.microsoft.com/office/drawing/2014/main" id="{E7AF644E-B7C8-48BA-9BC0-F16ED3FCD9BD}"/>
              </a:ext>
            </a:extLst>
          </p:cNvPr>
          <p:cNvSpPr>
            <a:spLocks xmlns:a="http://schemas.openxmlformats.org/drawingml/2006/main" noGrp="1"/>
          </p:cNvSpPr>
          <p:nvPr/>
        </p:nvSpPr>
        <p:spPr>
          <a:xfrm xmlns:a="http://schemas.openxmlformats.org/drawingml/2006/main">
            <a:off x="104394" y="5764339"/>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xmlns:a="http://schemas.openxmlformats.org/drawingml/2006/main">
              <a:ext uri="{FF2B5EF4-FFF2-40B4-BE49-F238E27FC236}">
                <a16:creationId xmlns:a16="http://schemas.microsoft.com/office/drawing/2014/main" id="{62CE3595-C01C-4834-B9EF-A74F8C8D0AAA}"/>
              </a:ext>
            </a:extLst>
          </p:cNvPr>
          <p:cNvSpPr>
            <a:spLocks xmlns:a="http://schemas.openxmlformats.org/drawingml/2006/main" noGrp="1"/>
          </p:cNvSpPr>
          <p:nvPr/>
        </p:nvSpPr>
        <p:spPr>
          <a:xfrm xmlns:a="http://schemas.openxmlformats.org/drawingml/2006/main">
            <a:off x="957263"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xmlns:a="http://schemas.openxmlformats.org/drawingml/2006/main">
              <a:ext uri="{FF2B5EF4-FFF2-40B4-BE49-F238E27FC236}">
                <a16:creationId xmlns:a16="http://schemas.microsoft.com/office/drawing/2014/main" id="{EBA9E952-394A-464C-AED1-2BAAE4332FA5}"/>
              </a:ext>
            </a:extLst>
          </p:cNvPr>
          <p:cNvSpPr>
            <a:spLocks xmlns:a="http://schemas.openxmlformats.org/drawingml/2006/main" noGrp="1"/>
          </p:cNvSpPr>
          <p:nvPr/>
        </p:nvSpPr>
        <p:spPr>
          <a:xfrm xmlns:a="http://schemas.openxmlformats.org/drawingml/2006/main">
            <a:off x="530828"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xmlns:a="http://schemas.openxmlformats.org/drawingml/2006/main">
              <a:ext uri="{FF2B5EF4-FFF2-40B4-BE49-F238E27FC236}">
                <a16:creationId xmlns:a16="http://schemas.microsoft.com/office/drawing/2014/main" id="{31BB97C8-DDB2-42E3-AA46-85C7FE8E76C7}"/>
              </a:ext>
            </a:extLst>
          </p:cNvPr>
          <p:cNvSpPr>
            <a:spLocks xmlns:a="http://schemas.openxmlformats.org/drawingml/2006/main" noGrp="1"/>
          </p:cNvSpPr>
          <p:nvPr/>
        </p:nvSpPr>
        <p:spPr>
          <a:xfrm xmlns:a="http://schemas.openxmlformats.org/drawingml/2006/main">
            <a:off x="1383602"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xmlns:a="http://schemas.openxmlformats.org/drawingml/2006/main">
              <a:ext uri="{FF2B5EF4-FFF2-40B4-BE49-F238E27FC236}">
                <a16:creationId xmlns:a16="http://schemas.microsoft.com/office/drawing/2014/main" id="{66614AE4-75B5-4E0E-9950-5155BD83585C}"/>
              </a:ext>
            </a:extLst>
          </p:cNvPr>
          <p:cNvSpPr>
            <a:spLocks xmlns:a="http://schemas.openxmlformats.org/drawingml/2006/main" noGrp="1"/>
          </p:cNvSpPr>
          <p:nvPr/>
        </p:nvSpPr>
        <p:spPr>
          <a:xfrm xmlns:a="http://schemas.openxmlformats.org/drawingml/2006/main">
            <a:off x="1810036"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xmlns:a="http://schemas.openxmlformats.org/drawingml/2006/main">
              <a:ext uri="{FF2B5EF4-FFF2-40B4-BE49-F238E27FC236}">
                <a16:creationId xmlns:a16="http://schemas.microsoft.com/office/drawing/2014/main" id="{93507A3D-06A4-4B77-9637-72FD4F3E3537}"/>
              </a:ext>
            </a:extLst>
          </p:cNvPr>
          <p:cNvSpPr>
            <a:spLocks xmlns:a="http://schemas.openxmlformats.org/drawingml/2006/main" noGrp="1"/>
          </p:cNvSpPr>
          <p:nvPr/>
        </p:nvSpPr>
        <p:spPr>
          <a:xfrm xmlns:a="http://schemas.openxmlformats.org/drawingml/2006/main">
            <a:off x="137541"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xmlns:a="http://schemas.openxmlformats.org/drawingml/2006/main">
              <a:ext uri="{FF2B5EF4-FFF2-40B4-BE49-F238E27FC236}">
                <a16:creationId xmlns:a16="http://schemas.microsoft.com/office/drawing/2014/main" id="{D4076C11-A33F-4679-B084-F0A7D36FD31E}"/>
              </a:ext>
            </a:extLst>
          </p:cNvPr>
          <p:cNvSpPr>
            <a:spLocks xmlns:a="http://schemas.openxmlformats.org/drawingml/2006/main" noGrp="1"/>
          </p:cNvSpPr>
          <p:nvPr/>
        </p:nvSpPr>
        <p:spPr>
          <a:xfrm xmlns:a="http://schemas.openxmlformats.org/drawingml/2006/main">
            <a:off x="990314"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xmlns:a="http://schemas.openxmlformats.org/drawingml/2006/main">
              <a:ext uri="{FF2B5EF4-FFF2-40B4-BE49-F238E27FC236}">
                <a16:creationId xmlns:a16="http://schemas.microsoft.com/office/drawing/2014/main" id="{ED584246-6A7F-4E47-861C-A0935E8FDAE0}"/>
              </a:ext>
            </a:extLst>
          </p:cNvPr>
          <p:cNvSpPr>
            <a:spLocks xmlns:a="http://schemas.openxmlformats.org/drawingml/2006/main" noGrp="1"/>
          </p:cNvSpPr>
          <p:nvPr/>
        </p:nvSpPr>
        <p:spPr>
          <a:xfrm xmlns:a="http://schemas.openxmlformats.org/drawingml/2006/main">
            <a:off x="563880"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xmlns:a="http://schemas.openxmlformats.org/drawingml/2006/main">
              <a:ext uri="{FF2B5EF4-FFF2-40B4-BE49-F238E27FC236}">
                <a16:creationId xmlns:a16="http://schemas.microsoft.com/office/drawing/2014/main" id="{C8E00D01-A25E-4123-B26F-465076D35C01}"/>
              </a:ext>
            </a:extLst>
          </p:cNvPr>
          <p:cNvSpPr>
            <a:spLocks xmlns:a="http://schemas.openxmlformats.org/drawingml/2006/main" noGrp="1"/>
          </p:cNvSpPr>
          <p:nvPr/>
        </p:nvSpPr>
        <p:spPr>
          <a:xfrm xmlns:a="http://schemas.openxmlformats.org/drawingml/2006/main">
            <a:off x="1416749"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xmlns:a="http://schemas.openxmlformats.org/drawingml/2006/main">
              <a:ext uri="{FF2B5EF4-FFF2-40B4-BE49-F238E27FC236}">
                <a16:creationId xmlns:a16="http://schemas.microsoft.com/office/drawing/2014/main" id="{EEDE575F-961E-46D4-A388-3C0627E5FE3E}"/>
              </a:ext>
            </a:extLst>
          </p:cNvPr>
          <p:cNvSpPr>
            <a:spLocks xmlns:a="http://schemas.openxmlformats.org/drawingml/2006/main" noGrp="1"/>
          </p:cNvSpPr>
          <p:nvPr/>
        </p:nvSpPr>
        <p:spPr>
          <a:xfrm xmlns:a="http://schemas.openxmlformats.org/drawingml/2006/main">
            <a:off x="1843088"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xmlns:a="http://schemas.openxmlformats.org/drawingml/2006/main">
              <a:ext uri="{FF2B5EF4-FFF2-40B4-BE49-F238E27FC236}">
                <a16:creationId xmlns:a16="http://schemas.microsoft.com/office/drawing/2014/main" id="{DFA6F396-E9EA-4F96-A4C7-C346F6D5B455}"/>
              </a:ext>
            </a:extLst>
          </p:cNvPr>
          <p:cNvSpPr>
            <a:spLocks xmlns:a="http://schemas.openxmlformats.org/drawingml/2006/main" noGrp="1"/>
          </p:cNvSpPr>
          <p:nvPr/>
        </p:nvSpPr>
        <p:spPr>
          <a:xfrm xmlns:a="http://schemas.openxmlformats.org/drawingml/2006/main">
            <a:off x="137541"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8" name="Rechteck">
            <a:extLst xmlns:a="http://schemas.openxmlformats.org/drawingml/2006/main">
              <a:ext uri="{FF2B5EF4-FFF2-40B4-BE49-F238E27FC236}">
                <a16:creationId xmlns:a16="http://schemas.microsoft.com/office/drawing/2014/main" id="{3BC10C83-EACE-4C25-B121-AD97099C3738}"/>
              </a:ext>
            </a:extLst>
          </p:cNvPr>
          <p:cNvSpPr>
            <a:spLocks xmlns:a="http://schemas.openxmlformats.org/drawingml/2006/main" noGrp="1"/>
          </p:cNvSpPr>
          <p:nvPr/>
        </p:nvSpPr>
        <p:spPr>
          <a:xfrm xmlns:a="http://schemas.openxmlformats.org/drawingml/2006/main">
            <a:off x="990314"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C00000"/>
              </a:solidFill>
              <a:highlight>
                <a:srgbClr val="FFFF00"/>
              </a:highlight>
              <a:latin typeface="Arial"/>
              <a:ea typeface="Arial"/>
              <a:cs typeface="Arial"/>
            </a:endParaRPr>
          </a:p>
        </p:txBody>
      </p:sp>
      <p:sp>
        <p:nvSpPr>
          <p:cNvPr id="109" name="Rechteck">
            <a:extLst xmlns:a="http://schemas.openxmlformats.org/drawingml/2006/main">
              <a:ext uri="{FF2B5EF4-FFF2-40B4-BE49-F238E27FC236}">
                <a16:creationId xmlns:a16="http://schemas.microsoft.com/office/drawing/2014/main" id="{B2D4D5E2-C33A-4F28-8A32-64EE292584B7}"/>
              </a:ext>
            </a:extLst>
          </p:cNvPr>
          <p:cNvSpPr>
            <a:spLocks xmlns:a="http://schemas.openxmlformats.org/drawingml/2006/main" noGrp="1"/>
          </p:cNvSpPr>
          <p:nvPr/>
        </p:nvSpPr>
        <p:spPr>
          <a:xfrm xmlns:a="http://schemas.openxmlformats.org/drawingml/2006/main">
            <a:off x="563880"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xmlns:a="http://schemas.openxmlformats.org/drawingml/2006/main">
              <a:ext uri="{FF2B5EF4-FFF2-40B4-BE49-F238E27FC236}">
                <a16:creationId xmlns:a16="http://schemas.microsoft.com/office/drawing/2014/main" id="{AC58726F-89BA-4722-B4A8-B21637F6AFEC}"/>
              </a:ext>
            </a:extLst>
          </p:cNvPr>
          <p:cNvSpPr>
            <a:spLocks xmlns:a="http://schemas.openxmlformats.org/drawingml/2006/main" noGrp="1"/>
          </p:cNvSpPr>
          <p:nvPr/>
        </p:nvSpPr>
        <p:spPr>
          <a:xfrm xmlns:a="http://schemas.openxmlformats.org/drawingml/2006/main">
            <a:off x="1416749" y="3930682"/>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C00000"/>
              </a:solidFill>
              <a:latin typeface="Arial"/>
              <a:ea typeface="Arial"/>
              <a:cs typeface="Arial"/>
            </a:endParaRPr>
          </a:p>
        </p:txBody>
      </p:sp>
      <p:sp>
        <p:nvSpPr>
          <p:cNvPr id="111" name="Rechteck">
            <a:extLst xmlns:a="http://schemas.openxmlformats.org/drawingml/2006/main">
              <a:ext uri="{FF2B5EF4-FFF2-40B4-BE49-F238E27FC236}">
                <a16:creationId xmlns:a16="http://schemas.microsoft.com/office/drawing/2014/main" id="{4D4E692F-772A-48C3-B7F5-DFA9C52DB3D8}"/>
              </a:ext>
            </a:extLst>
          </p:cNvPr>
          <p:cNvSpPr>
            <a:spLocks xmlns:a="http://schemas.openxmlformats.org/drawingml/2006/main" noGrp="1"/>
          </p:cNvSpPr>
          <p:nvPr/>
        </p:nvSpPr>
        <p:spPr>
          <a:xfrm xmlns:a="http://schemas.openxmlformats.org/drawingml/2006/main">
            <a:off x="1843088"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xmlns:a="http://schemas.openxmlformats.org/drawingml/2006/main">
              <a:ext uri="{FF2B5EF4-FFF2-40B4-BE49-F238E27FC236}">
                <a16:creationId xmlns:a16="http://schemas.microsoft.com/office/drawing/2014/main" id="{00375B53-89A5-4B13-9B85-92BF41485641}"/>
              </a:ext>
            </a:extLst>
          </p:cNvPr>
          <p:cNvSpPr>
            <a:spLocks xmlns:a="http://schemas.openxmlformats.org/drawingml/2006/main" noGrp="1"/>
          </p:cNvSpPr>
          <p:nvPr/>
        </p:nvSpPr>
        <p:spPr>
          <a:xfrm xmlns:a="http://schemas.openxmlformats.org/drawingml/2006/main">
            <a:off x="137541"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xmlns:a="http://schemas.openxmlformats.org/drawingml/2006/main">
              <a:ext uri="{FF2B5EF4-FFF2-40B4-BE49-F238E27FC236}">
                <a16:creationId xmlns:a16="http://schemas.microsoft.com/office/drawing/2014/main" id="{813A41FF-9DF7-4115-B365-72A290DA0639}"/>
              </a:ext>
            </a:extLst>
          </p:cNvPr>
          <p:cNvSpPr>
            <a:spLocks xmlns:a="http://schemas.openxmlformats.org/drawingml/2006/main" noGrp="1"/>
          </p:cNvSpPr>
          <p:nvPr/>
        </p:nvSpPr>
        <p:spPr>
          <a:xfrm xmlns:a="http://schemas.openxmlformats.org/drawingml/2006/main">
            <a:off x="990314"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xmlns:a="http://schemas.openxmlformats.org/drawingml/2006/main">
              <a:ext uri="{FF2B5EF4-FFF2-40B4-BE49-F238E27FC236}">
                <a16:creationId xmlns:a16="http://schemas.microsoft.com/office/drawing/2014/main" id="{8575CC6F-4346-48F6-8E8F-7BA7CF11E1E0}"/>
              </a:ext>
            </a:extLst>
          </p:cNvPr>
          <p:cNvSpPr>
            <a:spLocks xmlns:a="http://schemas.openxmlformats.org/drawingml/2006/main" noGrp="1"/>
          </p:cNvSpPr>
          <p:nvPr/>
        </p:nvSpPr>
        <p:spPr>
          <a:xfrm xmlns:a="http://schemas.openxmlformats.org/drawingml/2006/main">
            <a:off x="563880"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xmlns:a="http://schemas.openxmlformats.org/drawingml/2006/main">
              <a:ext uri="{FF2B5EF4-FFF2-40B4-BE49-F238E27FC236}">
                <a16:creationId xmlns:a16="http://schemas.microsoft.com/office/drawing/2014/main" id="{1AF2C3AB-9733-44F9-9C20-A508BCB317BD}"/>
              </a:ext>
            </a:extLst>
          </p:cNvPr>
          <p:cNvSpPr>
            <a:spLocks xmlns:a="http://schemas.openxmlformats.org/drawingml/2006/main" noGrp="1"/>
          </p:cNvSpPr>
          <p:nvPr/>
        </p:nvSpPr>
        <p:spPr>
          <a:xfrm xmlns:a="http://schemas.openxmlformats.org/drawingml/2006/main">
            <a:off x="1416749"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xmlns:a="http://schemas.openxmlformats.org/drawingml/2006/main">
              <a:ext uri="{FF2B5EF4-FFF2-40B4-BE49-F238E27FC236}">
                <a16:creationId xmlns:a16="http://schemas.microsoft.com/office/drawing/2014/main" id="{14C5C638-E585-4A67-A7CC-F20C33B33C6F}"/>
              </a:ext>
            </a:extLst>
          </p:cNvPr>
          <p:cNvSpPr>
            <a:spLocks xmlns:a="http://schemas.openxmlformats.org/drawingml/2006/main" noGrp="1"/>
          </p:cNvSpPr>
          <p:nvPr/>
        </p:nvSpPr>
        <p:spPr>
          <a:xfrm xmlns:a="http://schemas.openxmlformats.org/drawingml/2006/main">
            <a:off x="1843088"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xmlns:a="http://schemas.openxmlformats.org/drawingml/2006/main">
              <a:ext uri="{FF2B5EF4-FFF2-40B4-BE49-F238E27FC236}">
                <a16:creationId xmlns:a16="http://schemas.microsoft.com/office/drawing/2014/main" id="{F1333136-F1A8-4260-92BE-552F2B7CB04F}"/>
              </a:ext>
            </a:extLst>
          </p:cNvPr>
          <p:cNvSpPr>
            <a:spLocks xmlns:a="http://schemas.openxmlformats.org/drawingml/2006/main" noGrp="1"/>
          </p:cNvSpPr>
          <p:nvPr/>
        </p:nvSpPr>
        <p:spPr>
          <a:xfrm xmlns:a="http://schemas.openxmlformats.org/drawingml/2006/main">
            <a:off x="134303" y="4785551"/>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2000" b="0" spc="100">
                <a:solidFill>
                  <a:srgbClr val="FFFFFF"/>
                </a:solidFill>
                <a:latin typeface="Futura"/>
                <a:ea typeface="Futura"/>
                <a:cs typeface="Futura"/>
              </a:defRPr>
            </a:lvl1pPr>
          </a:lstStyle>
          <a:p xmlns:a="http://schemas.openxmlformats.org/drawingml/2006/main">
            <a:r>
              <a:rPr sz="1000">
                <a:latin typeface="Arial"/>
                <a:ea typeface="Arial"/>
                <a:cs typeface="Arial"/>
              </a:rPr>
              <a:t>Social Network</a:t>
            </a:r>
          </a:p>
        </p:txBody>
      </p:sp>
      <p:sp>
        <p:nvSpPr>
          <p:cNvPr id="120" name="Rechteck">
            <a:extLst xmlns:a="http://schemas.openxmlformats.org/drawingml/2006/main">
              <a:ext uri="{FF2B5EF4-FFF2-40B4-BE49-F238E27FC236}">
                <a16:creationId xmlns:a16="http://schemas.microsoft.com/office/drawing/2014/main" id="{82877763-BFF5-457A-A6AF-6232ABA92FB1}"/>
              </a:ext>
            </a:extLst>
          </p:cNvPr>
          <p:cNvSpPr>
            <a:spLocks xmlns:a="http://schemas.openxmlformats.org/drawingml/2006/main" noGrp="1"/>
          </p:cNvSpPr>
          <p:nvPr/>
        </p:nvSpPr>
        <p:spPr>
          <a:xfrm xmlns:a="http://schemas.openxmlformats.org/drawingml/2006/main">
            <a:off x="137541"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xmlns:a="http://schemas.openxmlformats.org/drawingml/2006/main">
              <a:ext uri="{FF2B5EF4-FFF2-40B4-BE49-F238E27FC236}">
                <a16:creationId xmlns:a16="http://schemas.microsoft.com/office/drawing/2014/main" id="{8A2CD27C-2697-411B-8B68-CA001240C03D}"/>
              </a:ext>
            </a:extLst>
          </p:cNvPr>
          <p:cNvSpPr>
            <a:spLocks xmlns:a="http://schemas.openxmlformats.org/drawingml/2006/main" noGrp="1"/>
          </p:cNvSpPr>
          <p:nvPr/>
        </p:nvSpPr>
        <p:spPr>
          <a:xfrm xmlns:a="http://schemas.openxmlformats.org/drawingml/2006/main">
            <a:off x="990314"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xmlns:a="http://schemas.openxmlformats.org/drawingml/2006/main">
              <a:ext uri="{FF2B5EF4-FFF2-40B4-BE49-F238E27FC236}">
                <a16:creationId xmlns:a16="http://schemas.microsoft.com/office/drawing/2014/main" id="{993DFD79-B749-439C-AB0E-7D54E7EA0F1D}"/>
              </a:ext>
            </a:extLst>
          </p:cNvPr>
          <p:cNvSpPr>
            <a:spLocks xmlns:a="http://schemas.openxmlformats.org/drawingml/2006/main" noGrp="1"/>
          </p:cNvSpPr>
          <p:nvPr/>
        </p:nvSpPr>
        <p:spPr>
          <a:xfrm xmlns:a="http://schemas.openxmlformats.org/drawingml/2006/main">
            <a:off x="563880"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xmlns:a="http://schemas.openxmlformats.org/drawingml/2006/main">
              <a:ext uri="{FF2B5EF4-FFF2-40B4-BE49-F238E27FC236}">
                <a16:creationId xmlns:a16="http://schemas.microsoft.com/office/drawing/2014/main" id="{8AEFA1C4-374D-414C-835E-795152424B48}"/>
              </a:ext>
            </a:extLst>
          </p:cNvPr>
          <p:cNvSpPr>
            <a:spLocks xmlns:a="http://schemas.openxmlformats.org/drawingml/2006/main" noGrp="1"/>
          </p:cNvSpPr>
          <p:nvPr/>
        </p:nvSpPr>
        <p:spPr>
          <a:xfrm xmlns:a="http://schemas.openxmlformats.org/drawingml/2006/main">
            <a:off x="1416749"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xmlns:a="http://schemas.openxmlformats.org/drawingml/2006/main">
              <a:ext uri="{FF2B5EF4-FFF2-40B4-BE49-F238E27FC236}">
                <a16:creationId xmlns:a16="http://schemas.microsoft.com/office/drawing/2014/main" id="{F213A40E-63A3-4EFA-9928-B064883278CA}"/>
              </a:ext>
            </a:extLst>
          </p:cNvPr>
          <p:cNvSpPr>
            <a:spLocks xmlns:a="http://schemas.openxmlformats.org/drawingml/2006/main" noGrp="1"/>
          </p:cNvSpPr>
          <p:nvPr/>
        </p:nvSpPr>
        <p:spPr>
          <a:xfrm xmlns:a="http://schemas.openxmlformats.org/drawingml/2006/main">
            <a:off x="1843088"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xmlns:a="http://schemas.openxmlformats.org/drawingml/2006/main">
              <a:ext uri="{FF2B5EF4-FFF2-40B4-BE49-F238E27FC236}">
                <a16:creationId xmlns:a16="http://schemas.microsoft.com/office/drawing/2014/main" id="{FB0FBFAF-C580-4C89-ACB6-131CCB98D2F8}"/>
              </a:ext>
            </a:extLst>
          </p:cNvPr>
          <p:cNvSpPr>
            <a:spLocks xmlns:a="http://schemas.openxmlformats.org/drawingml/2006/main" noGrp="1"/>
          </p:cNvSpPr>
          <p:nvPr/>
        </p:nvSpPr>
        <p:spPr>
          <a:xfrm xmlns:a="http://schemas.openxmlformats.org/drawingml/2006/main">
            <a:off x="0" y="1474661"/>
            <a:ext cx="2526030" cy="81248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126" name="Alter">
            <a:extLst xmlns:a="http://schemas.openxmlformats.org/drawingml/2006/main">
              <a:ext uri="{FF2B5EF4-FFF2-40B4-BE49-F238E27FC236}">
                <a16:creationId xmlns:a16="http://schemas.microsoft.com/office/drawing/2014/main" id="{82D282F1-200E-47BC-AE96-45EF9528BF33}"/>
              </a:ext>
            </a:extLst>
          </p:cNvPr>
          <p:cNvSpPr>
            <a:spLocks xmlns:a="http://schemas.openxmlformats.org/drawingml/2006/main" noGrp="1"/>
          </p:cNvSpPr>
          <p:nvPr/>
        </p:nvSpPr>
        <p:spPr>
          <a:xfrm xmlns:a="http://schemas.openxmlformats.org/drawingml/2006/main">
            <a:off x="95250" y="1404652"/>
            <a:ext cx="2219325" cy="289560"/>
          </a:xfrm>
          <a:prstGeom xmlns:a="http://schemas.openxmlformats.org/drawingml/2006/main" prst="rect">
            <a:avLst/>
          </a:prstGeom>
          <a:ln xmlns:a="http://schemas.openxmlformats.org/drawingml/2006/main" w="3175"/>
        </p:spPr>
        <p:txBody>
          <a:bodyPr xmlns:a="http://schemas.openxmlformats.org/drawingml/2006/main" wrap="square" lIns="19050" tIns="19050" rIns="19050" bIns="19050" anchor="t">
            <a:spAutoFit/>
          </a:bodyPr>
          <a:lstStyle xmlns:a="http://schemas.openxmlformats.org/drawingml/2006/main">
            <a:defPPr>
              <a:defRPr sz="165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650">
                <a:solidFill>
                  <a:srgbClr val="132B3B"/>
                </a:solidFill>
                <a:latin typeface="Arial"/>
                <a:ea typeface="Arial"/>
                <a:cs typeface="Arial"/>
              </a:defRPr>
            </a:lvl2pPr>
            <a:lvl3pPr>
              <a:defRPr sz="1650">
                <a:solidFill>
                  <a:srgbClr val="132B3B"/>
                </a:solidFill>
                <a:latin typeface="Arial"/>
                <a:ea typeface="Arial"/>
                <a:cs typeface="Arial"/>
              </a:defRPr>
            </a:lvl3pPr>
            <a:lvl4pPr>
              <a:defRPr sz="1650">
                <a:solidFill>
                  <a:srgbClr val="132B3B"/>
                </a:solidFill>
                <a:latin typeface="Arial"/>
                <a:ea typeface="Arial"/>
                <a:cs typeface="Arial"/>
              </a:defRPr>
            </a:lvl4pPr>
            <a:lvl5pPr>
              <a:defRPr sz="1650">
                <a:solidFill>
                  <a:srgbClr val="132B3B"/>
                </a:solidFill>
                <a:latin typeface="Arial"/>
                <a:ea typeface="Arial"/>
                <a:cs typeface="Arial"/>
              </a:defRPr>
            </a:lvl5pPr>
            <a:lvl6pPr>
              <a:defRPr sz="1650">
                <a:solidFill>
                  <a:srgbClr val="132B3B"/>
                </a:solidFill>
                <a:latin typeface="Arial"/>
                <a:ea typeface="Arial"/>
                <a:cs typeface="Arial"/>
              </a:defRPr>
            </a:lvl6pPr>
            <a:lvl7pPr>
              <a:defRPr sz="1650">
                <a:solidFill>
                  <a:srgbClr val="132B3B"/>
                </a:solidFill>
                <a:latin typeface="Arial"/>
                <a:ea typeface="Arial"/>
                <a:cs typeface="Arial"/>
              </a:defRPr>
            </a:lvl7pPr>
            <a:lvl8pPr>
              <a:defRPr sz="1650">
                <a:solidFill>
                  <a:srgbClr val="132B3B"/>
                </a:solidFill>
                <a:latin typeface="Arial"/>
                <a:ea typeface="Arial"/>
                <a:cs typeface="Arial"/>
              </a:defRPr>
            </a:lvl8pPr>
            <a:lvl9pPr>
              <a:defRPr sz="1650">
                <a:solidFill>
                  <a:srgbClr val="132B3B"/>
                </a:solidFill>
                <a:latin typeface="Arial"/>
                <a:ea typeface="Arial"/>
                <a:cs typeface="Arial"/>
              </a:defRPr>
            </a:lvl9pPr>
          </a:lstStyle>
          <a:p xmlns:a="http://schemas.openxmlformats.org/drawingml/2006/main">
            <a:pPr>
              <a:defRPr sz="1650">
                <a:solidFill>
                  <a:srgbClr val="132B3B"/>
                </a:solidFill>
                <a:latin typeface="Arial"/>
                <a:ea typeface="Arial"/>
                <a:cs typeface="Arial"/>
              </a:defRPr>
            </a:pPr>
            <a:r>
              <a:rPr sz="1650">
                <a:solidFill>
                  <a:srgbClr val="132B3B"/>
                </a:solidFill>
                <a:latin typeface="Arial"/>
                <a:ea typeface="Arial"/>
                <a:cs typeface="Arial"/>
              </a:rPr>
              <a:t>Desirée Maignan</a:t>
            </a:r>
            <a:endParaRPr sz="2000">
              <a:latin typeface="Arial"/>
              <a:ea typeface="Arial"/>
              <a:cs typeface="Arial"/>
            </a:endParaRPr>
          </a:p>
        </p:txBody>
      </p:sp>
      <p:sp>
        <p:nvSpPr>
          <p:cNvPr id="127" name="Alter">
            <a:extLst xmlns:a="http://schemas.openxmlformats.org/drawingml/2006/main">
              <a:ext uri="{FF2B5EF4-FFF2-40B4-BE49-F238E27FC236}">
                <a16:creationId xmlns:a16="http://schemas.microsoft.com/office/drawing/2014/main" id="{11BB9D78-05FB-4E72-84FD-82AEFE511AA8}"/>
              </a:ext>
            </a:extLst>
          </p:cNvPr>
          <p:cNvSpPr>
            <a:spLocks xmlns:a="http://schemas.openxmlformats.org/drawingml/2006/main" noGrp="1"/>
          </p:cNvSpPr>
          <p:nvPr/>
        </p:nvSpPr>
        <p:spPr>
          <a:xfrm xmlns:a="http://schemas.openxmlformats.org/drawingml/2006/main">
            <a:off x="95250" y="1759268"/>
            <a:ext cx="1187863"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Fussballspieler</a:t>
            </a:r>
            <a:endParaRPr sz="1200">
              <a:latin typeface="Arial"/>
              <a:ea typeface="Arial"/>
              <a:cs typeface="Arial"/>
            </a:endParaRPr>
          </a:p>
        </p:txBody>
      </p:sp>
      <p:sp>
        <p:nvSpPr>
          <p:cNvPr id="128" name="Alter">
            <a:extLst xmlns:a="http://schemas.openxmlformats.org/drawingml/2006/main">
              <a:ext uri="{FF2B5EF4-FFF2-40B4-BE49-F238E27FC236}">
                <a16:creationId xmlns:a16="http://schemas.microsoft.com/office/drawing/2014/main" id="{64604045-0650-4147-8288-58A2687C8947}"/>
              </a:ext>
            </a:extLst>
          </p:cNvPr>
          <p:cNvSpPr>
            <a:spLocks xmlns:a="http://schemas.openxmlformats.org/drawingml/2006/main" noGrp="1"/>
          </p:cNvSpPr>
          <p:nvPr/>
        </p:nvSpPr>
        <p:spPr>
          <a:xfrm xmlns:a="http://schemas.openxmlformats.org/drawingml/2006/main">
            <a:off x="95250" y="2025587"/>
            <a:ext cx="1556671"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Gelegenheitsspieler</a:t>
            </a:r>
            <a:endParaRPr sz="1200">
              <a:latin typeface="Arial"/>
              <a:ea typeface="Arial"/>
              <a:cs typeface="Arial"/>
            </a:endParaRPr>
          </a:p>
        </p:txBody>
      </p:sp>
      <p:sp>
        <p:nvSpPr>
          <p:cNvPr id="129" name="Rechteck">
            <a:extLst xmlns:a="http://schemas.openxmlformats.org/drawingml/2006/main">
              <a:ext uri="{FF2B5EF4-FFF2-40B4-BE49-F238E27FC236}">
                <a16:creationId xmlns:a16="http://schemas.microsoft.com/office/drawing/2014/main" id="{3F0810EF-5BC7-4BD1-8421-E11BF336FF35}"/>
              </a:ext>
            </a:extLst>
          </p:cNvPr>
          <p:cNvSpPr>
            <a:spLocks xmlns:a="http://schemas.openxmlformats.org/drawingml/2006/main" noGrp="1"/>
          </p:cNvSpPr>
          <p:nvPr/>
        </p:nvSpPr>
        <p:spPr>
          <a:xfrm xmlns:a="http://schemas.openxmlformats.org/drawingml/2006/main">
            <a:off x="2565845" y="737140"/>
            <a:ext cx="4292156" cy="633317"/>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42" name="Alter">
            <a:extLst xmlns:a="http://schemas.openxmlformats.org/drawingml/2006/main">
              <a:ext uri="{FF2B5EF4-FFF2-40B4-BE49-F238E27FC236}">
                <a16:creationId xmlns:a16="http://schemas.microsoft.com/office/drawing/2014/main" id="{E9D5841D-B961-4677-ADD2-ED747BCE5EF2}"/>
              </a:ext>
            </a:extLst>
          </p:cNvPr>
          <p:cNvSpPr>
            <a:spLocks xmlns:a="http://schemas.openxmlformats.org/drawingml/2006/main" noGrp="1"/>
          </p:cNvSpPr>
          <p:nvPr/>
        </p:nvSpPr>
        <p:spPr>
          <a:xfrm xmlns:a="http://schemas.openxmlformats.org/drawingml/2006/main">
            <a:off x="2724150" y="990600"/>
            <a:ext cx="11430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38</a:t>
            </a:r>
          </a:p>
        </p:txBody>
      </p:sp>
      <p:sp>
        <p:nvSpPr>
          <p:cNvPr id="43" name="Wohnort">
            <a:extLst xmlns:a="http://schemas.openxmlformats.org/drawingml/2006/main">
              <a:ext uri="{FF2B5EF4-FFF2-40B4-BE49-F238E27FC236}">
                <a16:creationId xmlns:a16="http://schemas.microsoft.com/office/drawing/2014/main" id="{B4B6DA3A-CE7A-4C1A-82F7-A06F4FEF286E}"/>
              </a:ext>
            </a:extLst>
          </p:cNvPr>
          <p:cNvSpPr>
            <a:spLocks xmlns:a="http://schemas.openxmlformats.org/drawingml/2006/main" noGrp="1"/>
          </p:cNvSpPr>
          <p:nvPr/>
        </p:nvSpPr>
        <p:spPr>
          <a:xfrm xmlns:a="http://schemas.openxmlformats.org/drawingml/2006/main">
            <a:off x="3962400" y="990600"/>
            <a:ext cx="12954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Bern</a:t>
            </a:r>
          </a:p>
        </p:txBody>
      </p:sp>
      <p:sp>
        <p:nvSpPr>
          <p:cNvPr id="44" name="Familienstatus">
            <a:extLst xmlns:a="http://schemas.openxmlformats.org/drawingml/2006/main">
              <a:ext uri="{FF2B5EF4-FFF2-40B4-BE49-F238E27FC236}">
                <a16:creationId xmlns:a16="http://schemas.microsoft.com/office/drawing/2014/main" id="{0EAEA570-8D74-43FC-8C79-3B6AD5E1ABED}"/>
              </a:ext>
            </a:extLst>
          </p:cNvPr>
          <p:cNvSpPr>
            <a:spLocks xmlns:a="http://schemas.openxmlformats.org/drawingml/2006/main" noGrp="1"/>
          </p:cNvSpPr>
          <p:nvPr/>
        </p:nvSpPr>
        <p:spPr>
          <a:xfrm xmlns:a="http://schemas.openxmlformats.org/drawingml/2006/main">
            <a:off x="5314950" y="990600"/>
            <a:ext cx="13335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Single</a:t>
            </a:r>
          </a:p>
        </p:txBody>
      </p:sp>
      <p:sp>
        <p:nvSpPr>
          <p:cNvPr id="130" name="Alter">
            <a:extLst xmlns:a="http://schemas.openxmlformats.org/drawingml/2006/main">
              <a:ext uri="{FF2B5EF4-FFF2-40B4-BE49-F238E27FC236}">
                <a16:creationId xmlns:a16="http://schemas.microsoft.com/office/drawing/2014/main" id="{F5FC5F0C-C18F-4BAA-A0B3-F18DFEB8F87B}"/>
              </a:ext>
            </a:extLst>
          </p:cNvPr>
          <p:cNvSpPr>
            <a:spLocks xmlns:a="http://schemas.openxmlformats.org/drawingml/2006/main" noGrp="1"/>
          </p:cNvSpPr>
          <p:nvPr/>
        </p:nvSpPr>
        <p:spPr>
          <a:xfrm xmlns:a="http://schemas.openxmlformats.org/drawingml/2006/main">
            <a:off x="1002697" y="1128808"/>
            <a:ext cx="358902" cy="25908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lgn="l">
              <a:buNone/>
              <a:defRPr sz="1500" b="0" spc="75">
                <a:solidFill>
                  <a:srgbClr val="FFFFFF"/>
                </a:solidFill>
                <a:latin typeface="Futura"/>
                <a:ea typeface="Futura"/>
                <a:cs typeface="Futura"/>
              </a:defRPr>
            </a:lvl1pPr>
          </a:lstStyle>
          <a:p xmlns:a="http://schemas.openxmlformats.org/drawingml/2006/main">
            <a:r>
              <a:rPr sz="1200">
                <a:latin typeface="Arial"/>
                <a:ea typeface="Arial"/>
                <a:cs typeface="Arial"/>
              </a:rPr>
              <a:t>Bild</a:t>
            </a:r>
          </a:p>
        </p:txBody>
      </p:sp>
      <p:sp>
        <p:nvSpPr>
          <p:cNvPr id="133" name="Digitale Fähigkeiten">
            <a:extLst xmlns:a="http://schemas.openxmlformats.org/drawingml/2006/main">
              <a:ext uri="{FF2B5EF4-FFF2-40B4-BE49-F238E27FC236}">
                <a16:creationId xmlns:a16="http://schemas.microsoft.com/office/drawing/2014/main" id="{95639156-22EA-4C71-9604-82EE6697CA59}"/>
              </a:ext>
            </a:extLst>
          </p:cNvPr>
          <p:cNvSpPr>
            <a:spLocks xmlns:a="http://schemas.openxmlformats.org/drawingml/2006/main" noGrp="1"/>
          </p:cNvSpPr>
          <p:nvPr/>
        </p:nvSpPr>
        <p:spPr>
          <a:xfrm xmlns:a="http://schemas.openxmlformats.org/drawingml/2006/main">
            <a:off x="106013" y="3408617"/>
            <a:ext cx="1878933"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Digitale Fähigkeiten</a:t>
            </a:r>
          </a:p>
        </p:txBody>
      </p:sp>
      <p:sp>
        <p:nvSpPr>
          <p:cNvPr id="137" name="Digitale Fähigkeiten">
            <a:extLst xmlns:a="http://schemas.openxmlformats.org/drawingml/2006/main">
              <a:ext uri="{FF2B5EF4-FFF2-40B4-BE49-F238E27FC236}">
                <a16:creationId xmlns:a16="http://schemas.microsoft.com/office/drawing/2014/main" id="{CC16A71D-C474-48D6-B981-443BBB56BFFC}"/>
              </a:ext>
            </a:extLst>
          </p:cNvPr>
          <p:cNvSpPr>
            <a:spLocks xmlns:a="http://schemas.openxmlformats.org/drawingml/2006/main" noGrp="1"/>
          </p:cNvSpPr>
          <p:nvPr/>
        </p:nvSpPr>
        <p:spPr>
          <a:xfrm xmlns:a="http://schemas.openxmlformats.org/drawingml/2006/main">
            <a:off x="79915" y="5241798"/>
            <a:ext cx="1347915"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Persönlichkeit</a:t>
            </a:r>
          </a:p>
        </p:txBody>
      </p:sp>
      <p:sp>
        <p:nvSpPr>
          <p:cNvPr id="142" name="„Kurzbeschreibung in Form eines Zitats. Wie würde sich unsere Persona selbst beschreiben?“">
            <a:extLst xmlns:a="http://schemas.openxmlformats.org/drawingml/2006/main">
              <a:ext uri="{FF2B5EF4-FFF2-40B4-BE49-F238E27FC236}">
                <a16:creationId xmlns:a16="http://schemas.microsoft.com/office/drawing/2014/main" id="{BBBCFEF8-EC0F-4D66-8148-8817A5F7ECFA}"/>
              </a:ext>
            </a:extLst>
          </p:cNvPr>
          <p:cNvSpPr>
            <a:spLocks xmlns:a="http://schemas.openxmlformats.org/drawingml/2006/main" noGrp="1"/>
          </p:cNvSpPr>
          <p:nvPr/>
        </p:nvSpPr>
        <p:spPr>
          <a:xfrm xmlns:a="http://schemas.openxmlformats.org/drawingml/2006/main">
            <a:off x="2724150" y="190500"/>
            <a:ext cx="3905250" cy="60960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200" b="0">
                <a:solidFill>
                  <a:srgbClr val="132B3B"/>
                </a:solidFill>
                <a:latin typeface="Avenir Book Oblique"/>
                <a:ea typeface="Avenir Book Oblique"/>
                <a:cs typeface="Avenir Book Oblique"/>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„Nach einer Runde entscheide ich selbst, ob ich wechsle oder aufhöre.“</a:t>
            </a:r>
          </a:p>
        </p:txBody>
      </p:sp>
      <p:sp>
        <p:nvSpPr>
          <p:cNvPr id="146" name="Szenario/Bio">
            <a:extLst xmlns:a="http://schemas.openxmlformats.org/drawingml/2006/main">
              <a:ext uri="{FF2B5EF4-FFF2-40B4-BE49-F238E27FC236}">
                <a16:creationId xmlns:a16="http://schemas.microsoft.com/office/drawing/2014/main" id="{2EA78725-E414-45A0-B0B0-77706EA3C96E}"/>
              </a:ext>
            </a:extLst>
          </p:cNvPr>
          <p:cNvSpPr>
            <a:spLocks xmlns:a="http://schemas.openxmlformats.org/drawingml/2006/main" noGrp="1"/>
          </p:cNvSpPr>
          <p:nvPr/>
        </p:nvSpPr>
        <p:spPr>
          <a:xfrm xmlns:a="http://schemas.openxmlformats.org/drawingml/2006/main">
            <a:off x="2599373" y="1356265"/>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2A108906-8453-449A-9AC4-F3A016E1F1C2}"/>
              </a:ext>
            </a:extLst>
          </p:cNvPr>
          <p:cNvSpPr>
            <a:spLocks xmlns:a="http://schemas.openxmlformats.org/drawingml/2006/main" noGrp="1"/>
          </p:cNvSpPr>
          <p:nvPr/>
        </p:nvSpPr>
        <p:spPr>
          <a:xfrm xmlns:a="http://schemas.openxmlformats.org/drawingml/2006/main">
            <a:off x="2613851" y="1634300"/>
            <a:ext cx="4244150"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Desirée ist 38, spielt professionell Fussball und nutzt das Casino für kurze Pausen. Nach wenigen Runden möchte sie das Spiel wechseln oder die Sitzung kontrolliert beenden.</a:t>
            </a:r>
          </a:p>
        </p:txBody>
      </p:sp>
      <p:pic>
        <p:nvPicPr>
          <p:cNvPr id="293" name="Grafik 160">
            <a:extLst xmlns:a="http://schemas.openxmlformats.org/drawingml/2006/main">
              <a:ext uri="{FF2B5EF4-FFF2-40B4-BE49-F238E27FC236}">
                <a16:creationId xmlns:a16="http://schemas.microsoft.com/office/drawing/2014/main" id="{23C53EDC-7D0A-4582-8466-7BC899475FF5}"/>
              </a:ext>
            </a:extLst>
          </p:cNvPr>
          <p:cNvPicPr>
            <a:picLocks xmlns:a="http://schemas.openxmlformats.org/drawingml/2006/main" noChangeAspect="1"/>
          </p:cNvPicPr>
          <p:nvPr/>
        </p:nvPicPr>
        <p:blipFill>
          <a:blip xmlns:r="http://schemas.openxmlformats.org/officeDocument/2006/relationships" xmlns:a="http://schemas.openxmlformats.org/drawingml/2006/main" r:embed="Rc54ec3ce044c4cf9"/>
          <a:stretch xmlns:a="http://schemas.openxmlformats.org/drawingml/2006/main">
            <a:fillRect l="0" t="0" r="0" b="0"/>
          </a:stretch>
        </p:blipFill>
        <p:spPr>
          <a:xfrm xmlns:a="http://schemas.openxmlformats.org/drawingml/2006/main">
            <a:off x="199459" y="7886105"/>
            <a:ext cx="361188" cy="361188"/>
          </a:xfrm>
          <a:prstGeom xmlns:a="http://schemas.openxmlformats.org/drawingml/2006/main" prst="rect">
            <a:avLst/>
          </a:prstGeom>
        </p:spPr>
      </p:pic>
      <p:sp>
        <p:nvSpPr>
          <p:cNvPr id="170" name="Digitale Fähigkeiten">
            <a:extLst xmlns:a="http://schemas.openxmlformats.org/drawingml/2006/main">
              <a:ext uri="{FF2B5EF4-FFF2-40B4-BE49-F238E27FC236}">
                <a16:creationId xmlns:a16="http://schemas.microsoft.com/office/drawing/2014/main" id="{821DEF16-F116-4C22-BE2F-DF356BBE6A40}"/>
              </a:ext>
            </a:extLst>
          </p:cNvPr>
          <p:cNvSpPr>
            <a:spLocks xmlns:a="http://schemas.openxmlformats.org/drawingml/2006/main" noGrp="1"/>
          </p:cNvSpPr>
          <p:nvPr/>
        </p:nvSpPr>
        <p:spPr>
          <a:xfrm xmlns:a="http://schemas.openxmlformats.org/drawingml/2006/main">
            <a:off x="100203" y="2325719"/>
            <a:ext cx="1152080"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Technologie</a:t>
            </a:r>
          </a:p>
        </p:txBody>
      </p:sp>
      <p:pic>
        <p:nvPicPr>
          <p:cNvPr id="295" name="Grafik 173">
            <a:extLst xmlns:a="http://schemas.openxmlformats.org/drawingml/2006/main">
              <a:ext uri="{FF2B5EF4-FFF2-40B4-BE49-F238E27FC236}">
                <a16:creationId xmlns:a16="http://schemas.microsoft.com/office/drawing/2014/main" id="{C05DEC3A-D83F-49E7-8498-698CAC727ED3}"/>
              </a:ext>
            </a:extLst>
          </p:cNvPr>
          <p:cNvPicPr>
            <a:picLocks xmlns:a="http://schemas.openxmlformats.org/drawingml/2006/main" noChangeAspect="1"/>
          </p:cNvPicPr>
          <p:nvPr/>
        </p:nvPicPr>
        <p:blipFill>
          <a:blip xmlns:r="http://schemas.openxmlformats.org/officeDocument/2006/relationships" xmlns:a="http://schemas.openxmlformats.org/drawingml/2006/main" r:embed="R82611bfd69334432"/>
          <a:stretch xmlns:a="http://schemas.openxmlformats.org/drawingml/2006/main">
            <a:fillRect l="0" t="0" r="0" b="0"/>
          </a:stretch>
        </p:blipFill>
        <p:spPr>
          <a:xfrm xmlns:a="http://schemas.openxmlformats.org/drawingml/2006/main">
            <a:off x="592464" y="3001156"/>
            <a:ext cx="361188" cy="361188"/>
          </a:xfrm>
          <a:prstGeom xmlns:a="http://schemas.openxmlformats.org/drawingml/2006/main" prst="rect">
            <a:avLst/>
          </a:prstGeom>
        </p:spPr>
      </p:pic>
      <p:pic>
        <p:nvPicPr>
          <p:cNvPr id="296" name="Grafik 175">
            <a:extLst xmlns:a="http://schemas.openxmlformats.org/drawingml/2006/main">
              <a:ext uri="{FF2B5EF4-FFF2-40B4-BE49-F238E27FC236}">
                <a16:creationId xmlns:a16="http://schemas.microsoft.com/office/drawing/2014/main" id="{587F0349-9B98-45EB-8920-C0A1931DF7AA}"/>
              </a:ext>
            </a:extLst>
          </p:cNvPr>
          <p:cNvPicPr>
            <a:picLocks xmlns:a="http://schemas.openxmlformats.org/drawingml/2006/main" noChangeAspect="1"/>
          </p:cNvPicPr>
          <p:nvPr/>
        </p:nvPicPr>
        <p:blipFill>
          <a:blip xmlns:r="http://schemas.openxmlformats.org/officeDocument/2006/relationships" xmlns:a="http://schemas.openxmlformats.org/drawingml/2006/main" r:embed="Rdad4624e2de74f72"/>
          <a:stretch xmlns:a="http://schemas.openxmlformats.org/drawingml/2006/main">
            <a:fillRect l="0" t="0" r="0" b="0"/>
          </a:stretch>
        </p:blipFill>
        <p:spPr>
          <a:xfrm xmlns:a="http://schemas.openxmlformats.org/drawingml/2006/main">
            <a:off x="140377" y="2993905"/>
            <a:ext cx="361188" cy="361188"/>
          </a:xfrm>
          <a:prstGeom xmlns:a="http://schemas.openxmlformats.org/drawingml/2006/main" prst="rect">
            <a:avLst/>
          </a:prstGeom>
        </p:spPr>
      </p:pic>
      <p:sp>
        <p:nvSpPr>
          <p:cNvPr id="178" name="Digitale Fähigkeiten">
            <a:extLst xmlns:a="http://schemas.openxmlformats.org/drawingml/2006/main">
              <a:ext uri="{FF2B5EF4-FFF2-40B4-BE49-F238E27FC236}">
                <a16:creationId xmlns:a16="http://schemas.microsoft.com/office/drawing/2014/main" id="{82A58D85-42C8-48A9-A00B-31BE53B3F5C8}"/>
              </a:ext>
            </a:extLst>
          </p:cNvPr>
          <p:cNvSpPr>
            <a:spLocks xmlns:a="http://schemas.openxmlformats.org/drawingml/2006/main" noGrp="1"/>
          </p:cNvSpPr>
          <p:nvPr/>
        </p:nvSpPr>
        <p:spPr>
          <a:xfrm xmlns:a="http://schemas.openxmlformats.org/drawingml/2006/main">
            <a:off x="136017" y="7552277"/>
            <a:ext cx="804481"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Browser</a:t>
            </a:r>
          </a:p>
        </p:txBody>
      </p:sp>
      <p:sp>
        <p:nvSpPr>
          <p:cNvPr id="179" name="Digitale Fähigkeiten">
            <a:extLst xmlns:a="http://schemas.openxmlformats.org/drawingml/2006/main">
              <a:ext uri="{FF2B5EF4-FFF2-40B4-BE49-F238E27FC236}">
                <a16:creationId xmlns:a16="http://schemas.microsoft.com/office/drawing/2014/main" id="{656CB1C1-874D-46D5-BD82-E2CBE1600F4C}"/>
              </a:ext>
            </a:extLst>
          </p:cNvPr>
          <p:cNvSpPr>
            <a:spLocks xmlns:a="http://schemas.openxmlformats.org/drawingml/2006/main" noGrp="1"/>
          </p:cNvSpPr>
          <p:nvPr/>
        </p:nvSpPr>
        <p:spPr>
          <a:xfrm xmlns:a="http://schemas.openxmlformats.org/drawingml/2006/main">
            <a:off x="128016" y="8343995"/>
            <a:ext cx="1241044"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Appsnutzung</a:t>
            </a:r>
          </a:p>
        </p:txBody>
      </p:sp>
      <p:sp>
        <p:nvSpPr>
          <p:cNvPr id="6" name="Szenario/Bio">
            <a:extLst xmlns:a="http://schemas.openxmlformats.org/drawingml/2006/main">
              <a:ext uri="{FF2B5EF4-FFF2-40B4-BE49-F238E27FC236}">
                <a16:creationId xmlns:a16="http://schemas.microsoft.com/office/drawing/2014/main" id="{19B5D88F-D6F4-35DA-290E-B77A78BB94ED}"/>
              </a:ext>
            </a:extLst>
          </p:cNvPr>
          <p:cNvSpPr>
            <a:spLocks xmlns:a="http://schemas.openxmlformats.org/drawingml/2006/main" noGrp="1"/>
          </p:cNvSpPr>
          <p:nvPr/>
        </p:nvSpPr>
        <p:spPr>
          <a:xfrm xmlns:a="http://schemas.openxmlformats.org/drawingml/2006/main">
            <a:off x="2622804" y="3216116"/>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Nutzungsgrund</a:t>
            </a:r>
          </a:p>
        </p:txBody>
      </p:sp>
      <p:sp>
        <p:nvSpPr>
          <p:cNvPr id="10"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8145438F-AFA1-819C-128B-49BE8B3EC5BE}"/>
              </a:ext>
            </a:extLst>
          </p:cNvPr>
          <p:cNvSpPr>
            <a:spLocks xmlns:a="http://schemas.openxmlformats.org/drawingml/2006/main" noGrp="1"/>
          </p:cNvSpPr>
          <p:nvPr/>
        </p:nvSpPr>
        <p:spPr>
          <a:xfrm xmlns:a="http://schemas.openxmlformats.org/drawingml/2006/main">
            <a:off x="2705291" y="3507391"/>
            <a:ext cx="3896201"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Sie möchte nach jeder Runde zur Spielauswahl zurückkehren, ihr Jetonguthaben behalten oder die Sitzung beenden.</a:t>
            </a:r>
          </a:p>
        </p:txBody>
      </p:sp>
      <p:sp>
        <p:nvSpPr>
          <p:cNvPr id="13" name="Szenario/Bio">
            <a:extLst xmlns:a="http://schemas.openxmlformats.org/drawingml/2006/main">
              <a:ext uri="{FF2B5EF4-FFF2-40B4-BE49-F238E27FC236}">
                <a16:creationId xmlns:a16="http://schemas.microsoft.com/office/drawing/2014/main" id="{878967AB-0922-D62A-8D99-C3B3148A3483}"/>
              </a:ext>
            </a:extLst>
          </p:cNvPr>
          <p:cNvSpPr>
            <a:spLocks xmlns:a="http://schemas.openxmlformats.org/drawingml/2006/main" noGrp="1"/>
          </p:cNvSpPr>
          <p:nvPr/>
        </p:nvSpPr>
        <p:spPr>
          <a:xfrm xmlns:a="http://schemas.openxmlformats.org/drawingml/2006/main">
            <a:off x="2724150" y="5476875"/>
            <a:ext cx="3914775" cy="3238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425" b="1">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425" b="1">
                <a:solidFill>
                  <a:srgbClr val="132B3B"/>
                </a:solidFill>
                <a:latin typeface="Arial"/>
                <a:ea typeface="Arial"/>
                <a:cs typeface="Arial"/>
              </a:defRPr>
            </a:lvl2pPr>
            <a:lvl3pPr>
              <a:defRPr sz="1425" b="1">
                <a:solidFill>
                  <a:srgbClr val="132B3B"/>
                </a:solidFill>
                <a:latin typeface="Arial"/>
                <a:ea typeface="Arial"/>
                <a:cs typeface="Arial"/>
              </a:defRPr>
            </a:lvl3pPr>
            <a:lvl4pPr>
              <a:defRPr sz="1425" b="1">
                <a:solidFill>
                  <a:srgbClr val="132B3B"/>
                </a:solidFill>
                <a:latin typeface="Arial"/>
                <a:ea typeface="Arial"/>
                <a:cs typeface="Arial"/>
              </a:defRPr>
            </a:lvl4pPr>
            <a:lvl5pPr>
              <a:defRPr sz="1425" b="1">
                <a:solidFill>
                  <a:srgbClr val="132B3B"/>
                </a:solidFill>
                <a:latin typeface="Arial"/>
                <a:ea typeface="Arial"/>
                <a:cs typeface="Arial"/>
              </a:defRPr>
            </a:lvl5pPr>
            <a:lvl6pPr>
              <a:defRPr sz="1425" b="1">
                <a:solidFill>
                  <a:srgbClr val="132B3B"/>
                </a:solidFill>
                <a:latin typeface="Arial"/>
                <a:ea typeface="Arial"/>
                <a:cs typeface="Arial"/>
              </a:defRPr>
            </a:lvl6pPr>
            <a:lvl7pPr>
              <a:defRPr sz="1425" b="1">
                <a:solidFill>
                  <a:srgbClr val="132B3B"/>
                </a:solidFill>
                <a:latin typeface="Arial"/>
                <a:ea typeface="Arial"/>
                <a:cs typeface="Arial"/>
              </a:defRPr>
            </a:lvl7pPr>
            <a:lvl8pPr>
              <a:defRPr sz="1425" b="1">
                <a:solidFill>
                  <a:srgbClr val="132B3B"/>
                </a:solidFill>
                <a:latin typeface="Arial"/>
                <a:ea typeface="Arial"/>
                <a:cs typeface="Arial"/>
              </a:defRPr>
            </a:lvl8pPr>
            <a:lvl9pPr>
              <a:defRPr sz="1425" b="1">
                <a:solidFill>
                  <a:srgbClr val="132B3B"/>
                </a:solidFill>
                <a:latin typeface="Arial"/>
                <a:ea typeface="Arial"/>
                <a:cs typeface="Arial"/>
              </a:defRPr>
            </a:lvl9pPr>
          </a:lstStyle>
          <a:p xmlns:a="http://schemas.openxmlformats.org/drawingml/2006/main">
            <a:pPr>
              <a:defRPr sz="1425" b="1">
                <a:solidFill>
                  <a:srgbClr val="132B3B"/>
                </a:solidFill>
                <a:latin typeface="Arial"/>
                <a:ea typeface="Arial"/>
                <a:cs typeface="Arial"/>
              </a:defRPr>
            </a:pPr>
            <a:r>
              <a:rPr sz="1425" b="1">
                <a:solidFill>
                  <a:srgbClr val="132B3B"/>
                </a:solidFill>
                <a:latin typeface="Arial"/>
                <a:ea typeface="Arial"/>
                <a:cs typeface="Arial"/>
              </a:rPr>
              <a:t>US-07 Sitzung steuern</a:t>
            </a:r>
          </a:p>
        </p:txBody>
      </p:sp>
      <p:sp>
        <p:nvSpPr>
          <p:cNvPr id="16"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780AFA80-120B-7FC2-E075-F0B560A1D9CB}"/>
              </a:ext>
            </a:extLst>
          </p:cNvPr>
          <p:cNvSpPr>
            <a:spLocks xmlns:a="http://schemas.openxmlformats.org/drawingml/2006/main" noGrp="1"/>
          </p:cNvSpPr>
          <p:nvPr/>
        </p:nvSpPr>
        <p:spPr>
          <a:xfrm xmlns:a="http://schemas.openxmlformats.org/drawingml/2006/main">
            <a:off x="2724150" y="5857875"/>
            <a:ext cx="3914775" cy="3667125"/>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Als Spielerin möchte ich nach einer Runde wechseln oder zur Kasse gehen, damit ich meine Sitzung selbst steuere.</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Akzeptanz</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1. Nach der Runde bleibt beim Wechsel das Guthaben erhalten.</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2. Die Kasse zeigt Einzahlung, Auszahlungswert und Bilanz. Weiterspielen behält das Guthaben.</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3. Erst „Neue Sitzung starten“ setzt Guthaben und Bilanz auf null. Die Auszahlung bleibt eine Simulation.</a:t>
            </a:r>
          </a:p>
        </p:txBody>
      </p:sp>
      <p:pic>
        <p:nvPicPr>
          <p:cNvPr id="303" name="Grafik 1">
            <a:extLst xmlns:a="http://schemas.openxmlformats.org/drawingml/2006/main">
              <a:ext uri="{FF2B5EF4-FFF2-40B4-BE49-F238E27FC236}">
                <a16:creationId xmlns:a16="http://schemas.microsoft.com/office/drawing/2014/main" id="{2AB931E9-CBBE-46B1-8DB8-EA97854A940E}"/>
              </a:ext>
            </a:extLst>
          </p:cNvPr>
          <p:cNvPicPr>
            <a:picLocks xmlns:a="http://schemas.openxmlformats.org/drawingml/2006/main" noChangeAspect="1"/>
          </p:cNvPicPr>
          <p:nvPr/>
        </p:nvPicPr>
        <p:blipFill>
          <a:blip xmlns:r="http://schemas.openxmlformats.org/officeDocument/2006/relationships" xmlns:a="http://schemas.openxmlformats.org/drawingml/2006/main" r:embed="R917db7b04bb147bf"/>
          <a:srcRect xmlns:a="http://schemas.openxmlformats.org/drawingml/2006/main" l="0" t="0" r="0" b="23102"/>
          <a:stretch xmlns:a="http://schemas.openxmlformats.org/drawingml/2006/main">
            <a:fillRect l="0" t="0" r="0" b="0"/>
          </a:stretch>
        </p:blipFill>
        <p:spPr>
          <a:xfrm xmlns:a="http://schemas.openxmlformats.org/drawingml/2006/main">
            <a:off x="511116" y="29891"/>
            <a:ext cx="1463299" cy="1412899"/>
          </a:xfrm>
          <a:prstGeom xmlns:a="http://schemas.openxmlformats.org/drawingml/2006/main" prst="ellipse">
            <a:avLst/>
          </a:prstGeom>
        </p:spPr>
      </p:pic>
    </p:spTree>
    <p:extLst>
      <p:ext uri="{BB962C8B-B14F-4D97-AF65-F5344CB8AC3E}">
        <p14:creationId xmlns:p14="http://schemas.microsoft.com/office/powerpoint/2010/main" val="4018722917"/>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2026-10-29T10:35:41.5360000Z</dcterms:created>
  <dcterms:modified xsi:type="dcterms:W3CDTF">2026-10-29T10:35:41.5360000Z</dcterms:modified>
</coreProperties>
</file>