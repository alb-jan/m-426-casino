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7e1541f2aa49f1" /><Relationship Type="http://schemas.openxmlformats.org/officeDocument/2006/relationships/extended-properties" Target="/docProps/app.xml" Id="R4f70ed0d509e4433" /><Relationship Type="http://schemas.openxmlformats.org/officeDocument/2006/relationships/officeDocument" Target="/ppt/presentation.xml" Id="R6742ef7f70cf4ee8" /></Relationships>
</file>

<file path=ppt/presentation.xml><?xml version="1.0" encoding="utf-8"?>
<p:presentation xmlns:p="http://schemas.openxmlformats.org/presentationml/2006/main">
  <p:sldMasterIdLst>
    <p:sldMasterId xmlns:r="http://schemas.openxmlformats.org/officeDocument/2006/relationships" id="2147483648" r:id="R21c6cbe77b2342cd"/>
  </p:sldMasterIdLst>
  <p:notesMasterIdLst>
    <p:notesMasterId xmlns:r="http://schemas.openxmlformats.org/officeDocument/2006/relationships" r:id="R7a97687381f74ecb"/>
  </p:notesMasterIdLst>
  <p:sldIdLst>
    <p:sldId xmlns:r="http://schemas.openxmlformats.org/officeDocument/2006/relationships" id="256" r:id="R29bc334411124249"/>
  </p:sldIdLst>
  <p:sldSz cx="6858000" cy="9906000"/>
  <p:notesSz cx="6858000" cy="9144000"/>
</p:presentation>
</file>

<file path=ppt/authors.xml><?xml version="1.0" encoding="utf-8"?>
<p188:authorLst xmlns:p188="http://schemas.microsoft.com/office/powerpoint/2018/8/main">
  <p188:author id="{13FDF5FE-17E7-0124-1F18-581FE0883E4C}" name="Fabrice.Thut" initials="F" userId="S::Fabrice.Thut@bbbaden.ch::7797283b-deb2-4095-a23a-9534c889f141" providerId="AD"/>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e5eee2bd0204fad" /><Relationship Type="http://schemas.openxmlformats.org/officeDocument/2006/relationships/slideMaster" Target="/ppt/slideMasters/slideMaster1.xml" Id="R21c6cbe77b2342cd" /><Relationship Type="http://schemas.openxmlformats.org/officeDocument/2006/relationships/notesMaster" Target="/ppt/notesMasters/notesMaster1.xml" Id="R7a97687381f74ecb" /><Relationship Type="http://schemas.openxmlformats.org/officeDocument/2006/relationships/presProps" Target="/ppt/presProps.xml" Id="R7800d94e60854210" /><Relationship Type="http://schemas.openxmlformats.org/officeDocument/2006/relationships/viewProps" Target="/ppt/viewProps.xml" Id="R4a10e49c36794c6a" /><Relationship Type="http://schemas.openxmlformats.org/officeDocument/2006/relationships/tableStyles" Target="/ppt/tableStyles.xml" Id="Ra2204ac71e7d46d9" /><Relationship Type="http://schemas.microsoft.com/office/2018/10/relationships/authors" Target="/ppt/authors.xml" Id="Re59ef75d592349c6" /><Relationship Type="http://schemas.openxmlformats.org/officeDocument/2006/relationships/slide" Target="/ppt/slides/slide1.xml" Id="R29bc3344111242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2d450cf10045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26113f12e245e9" /><Relationship Type="http://schemas.openxmlformats.org/officeDocument/2006/relationships/notesMaster" Target="/ppt/notesMasters/notesMaster1.xml" Id="R98e7090fc15c40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ec0688ada1475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c1dcf75cec41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b42f5e2afe4e9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53f45a094c6407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3282e1b5d6e404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e5271195684cf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1ac4303778d466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8f75d8d31974fd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7504bae8f04491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a5111c23839426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f8ae78496204103" /></Relationships>
</file>

<file path=ppt/slideLayouts/slideLayout1.xml><?xml version="1.0" encoding="utf-8"?>
<p:sldLayout xmlns:p="http://schemas.openxmlformats.org/presentationml/2006/main" type="title" preserve="1">
  <p:cSld name="Titelfoli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71E21E-F8BB-46B8-A8F5-9931086A8919}"/>
              </a:ext>
            </a:extLst>
          </p:cNvPr>
          <p:cNvSpPr>
            <a:spLocks xmlns:a="http://schemas.openxmlformats.org/drawingml/2006/main" noGrp="1"/>
          </p:cNvSpPr>
          <p:nvPr>
            <p:ph type="ctrTitle" idx="0"/>
          </p:nvPr>
        </p:nvSpPr>
        <p:spPr>
          <a:xfrm xmlns:a="http://schemas.openxmlformats.org/drawingml/2006/main">
            <a:off x="514350" y="1621191"/>
            <a:ext cx="5829300" cy="3448756"/>
          </a:xfrm>
        </p:spPr>
        <p:txBody>
          <a:bodyPr xmlns:a="http://schemas.openxmlformats.org/drawingml/2006/main" anchor="b"/>
          <a:lstStyle xmlns:a="http://schemas.openxmlformats.org/drawingml/2006/main">
            <a:lvl1pPr algn="ctr">
              <a:buNone/>
              <a:defRPr sz="4500"/>
            </a:lvl1pPr>
          </a:lstStyle>
          <a:p xmlns:a="http://schemas.openxmlformats.org/drawingml/2006/main">
            <a:r>
              <a:t>Mastertitelformat bearbeiten</a:t>
            </a:r>
          </a:p>
        </p:txBody>
      </p:sp>
      <p:sp>
        <p:nvSpPr>
          <p:cNvPr id="3" name="Subtitle 2">
            <a:extLst xmlns:a="http://schemas.openxmlformats.org/drawingml/2006/main">
              <a:ext uri="{FF2B5EF4-FFF2-40B4-BE49-F238E27FC236}">
                <a16:creationId xmlns:a16="http://schemas.microsoft.com/office/drawing/2014/main" id="{D772692F-C2BE-4EEA-B910-265F6891554A}"/>
              </a:ext>
            </a:extLst>
          </p:cNvPr>
          <p:cNvSpPr>
            <a:spLocks xmlns:a="http://schemas.openxmlformats.org/drawingml/2006/main" noGrp="1"/>
          </p:cNvSpPr>
          <p:nvPr>
            <p:ph type="subTitle" idx="1"/>
          </p:nvPr>
        </p:nvSpPr>
        <p:spPr>
          <a:xfrm xmlns:a="http://schemas.openxmlformats.org/drawingml/2006/main">
            <a:off x="857250" y="5202944"/>
            <a:ext cx="5143500" cy="2391656"/>
          </a:xfrm>
        </p:spPr>
        <p:txBody>
          <a:bodyPr xmlns:a="http://schemas.openxmlformats.org/drawingml/2006/main"/>
          <a:lstStyle xmlns:a="http://schemas.openxmlformats.org/drawingml/2006/main">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Master-Untertitelformat bearbeiten</a:t>
            </a:r>
          </a:p>
        </p:txBody>
      </p:sp>
      <p:sp>
        <p:nvSpPr>
          <p:cNvPr id="4" name="Date Placeholder 3">
            <a:extLst xmlns:a="http://schemas.openxmlformats.org/drawingml/2006/main">
              <a:ext uri="{FF2B5EF4-FFF2-40B4-BE49-F238E27FC236}">
                <a16:creationId xmlns:a16="http://schemas.microsoft.com/office/drawing/2014/main" id="{1156B9AE-00A7-478A-8885-D32A9C494F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64B96956-28B7-41F7-A7EB-32FD86B0E1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1433DCF-AB85-46EA-AC80-91173BE390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2.xml><?xml version="1.0" encoding="utf-8"?>
<p:sldLayout xmlns:p="http://schemas.openxmlformats.org/presentationml/2006/main" type="obj" preserve="1">
  <p:cSld name="Titel und Inhal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81ED919-D579-4ED4-9785-3C9E02918EB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56014F23-5564-44DB-A9C2-7DE2BA4932D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81D9036D-4E64-4FC4-9E1D-193373F80A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A2C9F53C-C730-4F4B-8CF6-B561F33EC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B5F1E90-CC8E-4049-9798-E983FA1430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3.xml><?xml version="1.0" encoding="utf-8"?>
<p:sldLayout xmlns:p="http://schemas.openxmlformats.org/presentationml/2006/main" type="secHead" preserve="1">
  <p:cSld name="Abschnitts-&#10;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75D92A1-02B6-4BDE-81C4-182A86DC960A}"/>
              </a:ext>
            </a:extLst>
          </p:cNvPr>
          <p:cNvSpPr>
            <a:spLocks xmlns:a="http://schemas.openxmlformats.org/drawingml/2006/main" noGrp="1"/>
          </p:cNvSpPr>
          <p:nvPr>
            <p:ph type="title" idx="0"/>
          </p:nvPr>
        </p:nvSpPr>
        <p:spPr>
          <a:xfrm xmlns:a="http://schemas.openxmlformats.org/drawingml/2006/main">
            <a:off x="467916" y="2469624"/>
            <a:ext cx="5915025" cy="4120620"/>
          </a:xfrm>
        </p:spPr>
        <p:txBody>
          <a:bodyPr xmlns:a="http://schemas.openxmlformats.org/drawingml/2006/main" anchor="b"/>
          <a:lstStyle xmlns:a="http://schemas.openxmlformats.org/drawingml/2006/main">
            <a:lvl1pPr>
              <a:buNone/>
              <a:defRPr sz="4500"/>
            </a:lvl1pPr>
          </a:lstStyle>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5D4A33AB-380D-4CB2-8687-D858AD7F2541}"/>
              </a:ext>
            </a:extLst>
          </p:cNvPr>
          <p:cNvSpPr>
            <a:spLocks xmlns:a="http://schemas.openxmlformats.org/drawingml/2006/main" noGrp="1"/>
          </p:cNvSpPr>
          <p:nvPr>
            <p:ph type="body" idx="1"/>
          </p:nvPr>
        </p:nvSpPr>
        <p:spPr>
          <a:xfrm xmlns:a="http://schemas.openxmlformats.org/drawingml/2006/main">
            <a:off x="467916" y="6629226"/>
            <a:ext cx="5915025" cy="2166937"/>
          </a:xfrm>
        </p:spPr>
        <p:txBody>
          <a:bodyPr xmlns:a="http://schemas.openxmlformats.org/drawingml/2006/main"/>
          <a:lstStyle xmlns:a="http://schemas.openxmlformats.org/drawingml/2006/main">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lvl="0">
              <a:buNone/>
            </a:pPr>
            <a:r>
              <a:t>Mastertextformat bearbeiten</a:t>
            </a:r>
          </a:p>
        </p:txBody>
      </p:sp>
      <p:sp>
        <p:nvSpPr>
          <p:cNvPr id="4" name="Date Placeholder 3">
            <a:extLst xmlns:a="http://schemas.openxmlformats.org/drawingml/2006/main">
              <a:ext uri="{FF2B5EF4-FFF2-40B4-BE49-F238E27FC236}">
                <a16:creationId xmlns:a16="http://schemas.microsoft.com/office/drawing/2014/main" id="{F418911F-1CC4-4101-8154-CE86AB059E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89973E80-CD45-4367-AB17-04550DFFF4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E15E1B3-65D5-4A17-98E0-136599877D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4.xml><?xml version="1.0" encoding="utf-8"?>
<p:sldLayout xmlns:p="http://schemas.openxmlformats.org/presentationml/2006/main" type="twoObj" preserve="1">
  <p:cSld name="Zwei Inhalt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9DB8420-083D-4055-8CA3-CD5099479A9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26CFDA9D-4B68-473A-97CD-D5AF46DDDC49}"/>
              </a:ext>
            </a:extLst>
          </p:cNvPr>
          <p:cNvSpPr>
            <a:spLocks xmlns:a="http://schemas.openxmlformats.org/drawingml/2006/main" noGrp="1"/>
          </p:cNvSpPr>
          <p:nvPr>
            <p:ph idx="1"/>
          </p:nvPr>
        </p:nvSpPr>
        <p:spPr>
          <a:xfrm xmlns:a="http://schemas.openxmlformats.org/drawingml/2006/main">
            <a:off x="471488" y="2637014"/>
            <a:ext cx="2914650" cy="6285266"/>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Content Placeholder 3">
            <a:extLst xmlns:a="http://schemas.openxmlformats.org/drawingml/2006/main">
              <a:ext uri="{FF2B5EF4-FFF2-40B4-BE49-F238E27FC236}">
                <a16:creationId xmlns:a16="http://schemas.microsoft.com/office/drawing/2014/main" id="{15BAF51B-4A68-4677-9898-CD9352F446A9}"/>
              </a:ext>
            </a:extLst>
          </p:cNvPr>
          <p:cNvSpPr>
            <a:spLocks xmlns:a="http://schemas.openxmlformats.org/drawingml/2006/main" noGrp="1"/>
          </p:cNvSpPr>
          <p:nvPr>
            <p:ph idx="2"/>
          </p:nvPr>
        </p:nvSpPr>
        <p:spPr>
          <a:xfrm xmlns:a="http://schemas.openxmlformats.org/drawingml/2006/main">
            <a:off x="3471863" y="2637014"/>
            <a:ext cx="2914650" cy="6285266"/>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5" name="Date Placeholder 4">
            <a:extLst xmlns:a="http://schemas.openxmlformats.org/drawingml/2006/main">
              <a:ext uri="{FF2B5EF4-FFF2-40B4-BE49-F238E27FC236}">
                <a16:creationId xmlns:a16="http://schemas.microsoft.com/office/drawing/2014/main" id="{5AA2DB54-CA53-4518-A13D-E372E30CE0F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B074B405-D6A7-4365-A0D6-84FF33D200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9A28D16-7E69-4D02-ABAA-ACA9F8FD8C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5.xml><?xml version="1.0" encoding="utf-8"?>
<p:sldLayout xmlns:p="http://schemas.openxmlformats.org/presentationml/2006/main" type="twoTxTwoObj" preserve="1">
  <p:cSld name="Vergleich">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04E8AE3-2CE2-4145-A061-AB83F7B93101}"/>
              </a:ext>
            </a:extLst>
          </p:cNvPr>
          <p:cNvSpPr>
            <a:spLocks xmlns:a="http://schemas.openxmlformats.org/drawingml/2006/main" noGrp="1"/>
          </p:cNvSpPr>
          <p:nvPr>
            <p:ph type="title" idx="0"/>
          </p:nvPr>
        </p:nvSpPr>
        <p:spPr>
          <a:xfrm xmlns:a="http://schemas.openxmlformats.org/drawingml/2006/main">
            <a:off x="472381" y="527405"/>
            <a:ext cx="5915025" cy="1914702"/>
          </a:xfrm>
        </p:spPr>
        <p:txBody>
          <a:bodyPr xmlns:a="http://schemas.openxmlformats.org/drawingml/2006/main"/>
          <a:lstStyle xmlns:a="http://schemas.openxmlformats.org/drawingml/2006/main"/>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E2BDA962-610A-4825-A103-69CF3D615754}"/>
              </a:ext>
            </a:extLst>
          </p:cNvPr>
          <p:cNvSpPr>
            <a:spLocks xmlns:a="http://schemas.openxmlformats.org/drawingml/2006/main" noGrp="1"/>
          </p:cNvSpPr>
          <p:nvPr>
            <p:ph type="body" idx="1"/>
          </p:nvPr>
        </p:nvSpPr>
        <p:spPr>
          <a:xfrm xmlns:a="http://schemas.openxmlformats.org/drawingml/2006/main">
            <a:off x="472381" y="2428347"/>
            <a:ext cx="2901255" cy="1190095"/>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Mastertextformat bearbeiten</a:t>
            </a:r>
          </a:p>
        </p:txBody>
      </p:sp>
      <p:sp>
        <p:nvSpPr>
          <p:cNvPr id="4" name="Content Placeholder 3">
            <a:extLst xmlns:a="http://schemas.openxmlformats.org/drawingml/2006/main">
              <a:ext uri="{FF2B5EF4-FFF2-40B4-BE49-F238E27FC236}">
                <a16:creationId xmlns:a16="http://schemas.microsoft.com/office/drawing/2014/main" id="{A407A6B9-9FEB-447E-9F89-7509BA513901}"/>
              </a:ext>
            </a:extLst>
          </p:cNvPr>
          <p:cNvSpPr>
            <a:spLocks xmlns:a="http://schemas.openxmlformats.org/drawingml/2006/main" noGrp="1"/>
          </p:cNvSpPr>
          <p:nvPr>
            <p:ph idx="2"/>
          </p:nvPr>
        </p:nvSpPr>
        <p:spPr>
          <a:xfrm xmlns:a="http://schemas.openxmlformats.org/drawingml/2006/main">
            <a:off x="472381" y="3618442"/>
            <a:ext cx="2901255" cy="5322183"/>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5" name="Text Placeholder 4">
            <a:extLst xmlns:a="http://schemas.openxmlformats.org/drawingml/2006/main">
              <a:ext uri="{FF2B5EF4-FFF2-40B4-BE49-F238E27FC236}">
                <a16:creationId xmlns:a16="http://schemas.microsoft.com/office/drawing/2014/main" id="{50619359-3DD6-4B26-9992-6F8F93FF14E6}"/>
              </a:ext>
            </a:extLst>
          </p:cNvPr>
          <p:cNvSpPr>
            <a:spLocks xmlns:a="http://schemas.openxmlformats.org/drawingml/2006/main" noGrp="1"/>
          </p:cNvSpPr>
          <p:nvPr>
            <p:ph type="body" idx="3"/>
          </p:nvPr>
        </p:nvSpPr>
        <p:spPr>
          <a:xfrm xmlns:a="http://schemas.openxmlformats.org/drawingml/2006/main">
            <a:off x="3471863" y="2428347"/>
            <a:ext cx="2915543" cy="1190095"/>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Mastertextformat bearbeiten</a:t>
            </a:r>
          </a:p>
        </p:txBody>
      </p:sp>
      <p:sp>
        <p:nvSpPr>
          <p:cNvPr id="6" name="Content Placeholder 5">
            <a:extLst xmlns:a="http://schemas.openxmlformats.org/drawingml/2006/main">
              <a:ext uri="{FF2B5EF4-FFF2-40B4-BE49-F238E27FC236}">
                <a16:creationId xmlns:a16="http://schemas.microsoft.com/office/drawing/2014/main" id="{3884ECD5-B5AE-4DE8-B90B-4DE344D4F168}"/>
              </a:ext>
            </a:extLst>
          </p:cNvPr>
          <p:cNvSpPr>
            <a:spLocks xmlns:a="http://schemas.openxmlformats.org/drawingml/2006/main" noGrp="1"/>
          </p:cNvSpPr>
          <p:nvPr>
            <p:ph idx="4"/>
          </p:nvPr>
        </p:nvSpPr>
        <p:spPr>
          <a:xfrm xmlns:a="http://schemas.openxmlformats.org/drawingml/2006/main">
            <a:off x="3471863" y="3618442"/>
            <a:ext cx="2915543" cy="5322183"/>
          </a:xfrm>
        </p:spPr>
        <p:txBody>
          <a:bodyPr xmlns:a="http://schemas.openxmlformats.org/drawingml/2006/main"/>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7" name="Date Placeholder 6">
            <a:extLst xmlns:a="http://schemas.openxmlformats.org/drawingml/2006/main">
              <a:ext uri="{FF2B5EF4-FFF2-40B4-BE49-F238E27FC236}">
                <a16:creationId xmlns:a16="http://schemas.microsoft.com/office/drawing/2014/main" id="{1D3ACE75-8912-456D-A4D1-DE32FEDD63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8" name="Footer Placeholder 7">
            <a:extLst xmlns:a="http://schemas.openxmlformats.org/drawingml/2006/main">
              <a:ext uri="{FF2B5EF4-FFF2-40B4-BE49-F238E27FC236}">
                <a16:creationId xmlns:a16="http://schemas.microsoft.com/office/drawing/2014/main" id="{9B5FD122-84AF-488C-AD1C-19FB753A5CA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861198C0-3E91-43C4-B84E-9080C6BEBA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6.xml><?xml version="1.0" encoding="utf-8"?>
<p:sldLayout xmlns:p="http://schemas.openxmlformats.org/presentationml/2006/main" type="titleOnly" preserve="1">
  <p:cSld name="Nur Titel">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687630-B33A-4AE5-B9DB-AE72AE4CD9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Date Placeholder 2">
            <a:extLst xmlns:a="http://schemas.openxmlformats.org/drawingml/2006/main">
              <a:ext uri="{FF2B5EF4-FFF2-40B4-BE49-F238E27FC236}">
                <a16:creationId xmlns:a16="http://schemas.microsoft.com/office/drawing/2014/main" id="{38487A41-A822-4A97-91CC-05EEB2D2B5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4" name="Footer Placeholder 3">
            <a:extLst xmlns:a="http://schemas.openxmlformats.org/drawingml/2006/main">
              <a:ext uri="{FF2B5EF4-FFF2-40B4-BE49-F238E27FC236}">
                <a16:creationId xmlns:a16="http://schemas.microsoft.com/office/drawing/2014/main" id="{ABAF0A28-97EE-4D03-B731-EFE90F7C881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4B17A61-1AA3-4C3C-B2A7-6268443A91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7.xml><?xml version="1.0" encoding="utf-8"?>
<p:sldLayout xmlns:p="http://schemas.openxmlformats.org/presentationml/2006/main" type="blank" preserve="1">
  <p:cSld name="Leer">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9A8D5B5-2A56-407E-955A-E04E656D763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3" name="Footer Placeholder 2">
            <a:extLst xmlns:a="http://schemas.openxmlformats.org/drawingml/2006/main">
              <a:ext uri="{FF2B5EF4-FFF2-40B4-BE49-F238E27FC236}">
                <a16:creationId xmlns:a16="http://schemas.microsoft.com/office/drawing/2014/main" id="{501C9429-6159-4D35-9448-614DD7924D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DF111F30-17BB-47B4-96DE-82E7248923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8.xml><?xml version="1.0" encoding="utf-8"?>
<p:sldLayout xmlns:p="http://schemas.openxmlformats.org/presentationml/2006/main" type="objTx" preserve="1">
  <p:cSld name="Inhalt mit 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7BCE479-BB79-4C70-A727-C8863A0411D4}"/>
              </a:ext>
            </a:extLst>
          </p:cNvPr>
          <p:cNvSpPr>
            <a:spLocks xmlns:a="http://schemas.openxmlformats.org/drawingml/2006/main" noGrp="1"/>
          </p:cNvSpPr>
          <p:nvPr>
            <p:ph type="title" idx="0"/>
          </p:nvPr>
        </p:nvSpPr>
        <p:spPr>
          <a:xfrm xmlns:a="http://schemas.openxmlformats.org/drawingml/2006/main">
            <a:off x="472381" y="660400"/>
            <a:ext cx="2211884" cy="2311400"/>
          </a:xfrm>
        </p:spPr>
        <p:txBody>
          <a:bodyPr xmlns:a="http://schemas.openxmlformats.org/drawingml/2006/main" anchor="b"/>
          <a:lstStyle xmlns:a="http://schemas.openxmlformats.org/drawingml/2006/main">
            <a:lvl1pPr>
              <a:buNone/>
              <a:defRPr sz="2400"/>
            </a:lvl1pPr>
          </a:lstStyle>
          <a:p xmlns:a="http://schemas.openxmlformats.org/drawingml/2006/main">
            <a:r>
              <a:t>Mastertitelformat bearbeiten</a:t>
            </a:r>
          </a:p>
        </p:txBody>
      </p:sp>
      <p:sp>
        <p:nvSpPr>
          <p:cNvPr id="3" name="Content Placeholder 2">
            <a:extLst xmlns:a="http://schemas.openxmlformats.org/drawingml/2006/main">
              <a:ext uri="{FF2B5EF4-FFF2-40B4-BE49-F238E27FC236}">
                <a16:creationId xmlns:a16="http://schemas.microsoft.com/office/drawing/2014/main" id="{41ED8DE5-174E-41F9-88ED-362C41235F3E}"/>
              </a:ext>
            </a:extLst>
          </p:cNvPr>
          <p:cNvSpPr>
            <a:spLocks xmlns:a="http://schemas.openxmlformats.org/drawingml/2006/main" noGrp="1"/>
          </p:cNvSpPr>
          <p:nvPr>
            <p:ph idx="1"/>
          </p:nvPr>
        </p:nvSpPr>
        <p:spPr>
          <a:xfrm xmlns:a="http://schemas.openxmlformats.org/drawingml/2006/main">
            <a:off x="2915543" y="1426283"/>
            <a:ext cx="3471863" cy="7039681"/>
          </a:xfrm>
        </p:spPr>
        <p:txBody>
          <a:bodyPr xmlns:a="http://schemas.openxmlformats.org/drawingml/2006/main"/>
          <a:lstStyle xmlns:a="http://schemas.openxmlformats.org/drawingml/2006/main">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Text Placeholder 3">
            <a:extLst xmlns:a="http://schemas.openxmlformats.org/drawingml/2006/main">
              <a:ext uri="{FF2B5EF4-FFF2-40B4-BE49-F238E27FC236}">
                <a16:creationId xmlns:a16="http://schemas.microsoft.com/office/drawing/2014/main" id="{F5934856-C561-4F58-AAEE-D76D18E328C0}"/>
              </a:ext>
            </a:extLst>
          </p:cNvPr>
          <p:cNvSpPr>
            <a:spLocks xmlns:a="http://schemas.openxmlformats.org/drawingml/2006/main" noGrp="1"/>
          </p:cNvSpPr>
          <p:nvPr>
            <p:ph type="body" idx="2"/>
          </p:nvPr>
        </p:nvSpPr>
        <p:spPr>
          <a:xfrm xmlns:a="http://schemas.openxmlformats.org/drawingml/2006/main">
            <a:off x="472381" y="2971800"/>
            <a:ext cx="2211884" cy="5505627"/>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Mastertextformat bearbeiten</a:t>
            </a:r>
          </a:p>
        </p:txBody>
      </p:sp>
      <p:sp>
        <p:nvSpPr>
          <p:cNvPr id="5" name="Date Placeholder 4">
            <a:extLst xmlns:a="http://schemas.openxmlformats.org/drawingml/2006/main">
              <a:ext uri="{FF2B5EF4-FFF2-40B4-BE49-F238E27FC236}">
                <a16:creationId xmlns:a16="http://schemas.microsoft.com/office/drawing/2014/main" id="{05E0CB7F-7791-4668-9025-3AE6BB08BF0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EC832110-7EFB-4B71-A784-C6513AC15C9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4B499E7-A7FE-4E4C-ADE4-4D14DE74302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9.xml><?xml version="1.0" encoding="utf-8"?>
<p:sldLayout xmlns:p="http://schemas.openxmlformats.org/presentationml/2006/main" type="picTx" preserve="1">
  <p:cSld name="Bild mit Überschrif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E394A2-D0D5-41CC-AF8D-123E5AD3A43C}"/>
              </a:ext>
            </a:extLst>
          </p:cNvPr>
          <p:cNvSpPr>
            <a:spLocks xmlns:a="http://schemas.openxmlformats.org/drawingml/2006/main" noGrp="1"/>
          </p:cNvSpPr>
          <p:nvPr>
            <p:ph type="title" idx="0"/>
          </p:nvPr>
        </p:nvSpPr>
        <p:spPr>
          <a:xfrm xmlns:a="http://schemas.openxmlformats.org/drawingml/2006/main">
            <a:off x="472381" y="660400"/>
            <a:ext cx="2211884" cy="2311400"/>
          </a:xfrm>
        </p:spPr>
        <p:txBody>
          <a:bodyPr xmlns:a="http://schemas.openxmlformats.org/drawingml/2006/main" anchor="b"/>
          <a:lstStyle xmlns:a="http://schemas.openxmlformats.org/drawingml/2006/main">
            <a:lvl1pPr>
              <a:buNone/>
              <a:defRPr sz="2400"/>
            </a:lvl1pPr>
          </a:lstStyle>
          <a:p xmlns:a="http://schemas.openxmlformats.org/drawingml/2006/main">
            <a:r>
              <a:t>Mastertitelformat bearbeiten</a:t>
            </a:r>
          </a:p>
        </p:txBody>
      </p:sp>
      <p:sp>
        <p:nvSpPr>
          <p:cNvPr id="3" name="Picture Placeholder 2">
            <a:extLst xmlns:a="http://schemas.openxmlformats.org/drawingml/2006/main">
              <a:ext uri="{FF2B5EF4-FFF2-40B4-BE49-F238E27FC236}">
                <a16:creationId xmlns:a16="http://schemas.microsoft.com/office/drawing/2014/main" id="{651E6896-F2DE-497A-AC45-79587A0B8083}"/>
              </a:ext>
            </a:extLst>
          </p:cNvPr>
          <p:cNvSpPr>
            <a:spLocks xmlns:a="http://schemas.openxmlformats.org/drawingml/2006/main" noGrp="1"/>
          </p:cNvSpPr>
          <p:nvPr>
            <p:ph type="pic" idx="1"/>
          </p:nvPr>
        </p:nvSpPr>
        <p:spPr>
          <a:xfrm xmlns:a="http://schemas.openxmlformats.org/drawingml/2006/main">
            <a:off x="2915543" y="1426283"/>
            <a:ext cx="3471863" cy="7039681"/>
          </a:xfrm>
        </p:spPr>
        <p:txBody>
          <a:bodyPr xmlns:a="http://schemas.openxmlformats.org/drawingml/2006/main" anchor="t"/>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r>
              <a:t>Bild durch Klicken auf Symbol hinzufügen</a:t>
            </a:r>
          </a:p>
        </p:txBody>
      </p:sp>
      <p:sp>
        <p:nvSpPr>
          <p:cNvPr id="4" name="Text Placeholder 3">
            <a:extLst xmlns:a="http://schemas.openxmlformats.org/drawingml/2006/main">
              <a:ext uri="{FF2B5EF4-FFF2-40B4-BE49-F238E27FC236}">
                <a16:creationId xmlns:a16="http://schemas.microsoft.com/office/drawing/2014/main" id="{9321F40B-0455-4227-B63D-71A75CABB8C8}"/>
              </a:ext>
            </a:extLst>
          </p:cNvPr>
          <p:cNvSpPr>
            <a:spLocks xmlns:a="http://schemas.openxmlformats.org/drawingml/2006/main" noGrp="1"/>
          </p:cNvSpPr>
          <p:nvPr>
            <p:ph type="body" idx="2"/>
          </p:nvPr>
        </p:nvSpPr>
        <p:spPr>
          <a:xfrm xmlns:a="http://schemas.openxmlformats.org/drawingml/2006/main">
            <a:off x="472381" y="2971800"/>
            <a:ext cx="2211884" cy="5505627"/>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Mastertextformat bearbeiten</a:t>
            </a:r>
          </a:p>
        </p:txBody>
      </p:sp>
      <p:sp>
        <p:nvSpPr>
          <p:cNvPr id="5" name="Date Placeholder 4">
            <a:extLst xmlns:a="http://schemas.openxmlformats.org/drawingml/2006/main">
              <a:ext uri="{FF2B5EF4-FFF2-40B4-BE49-F238E27FC236}">
                <a16:creationId xmlns:a16="http://schemas.microsoft.com/office/drawing/2014/main" id="{DE3D559E-A2E7-44B1-A46C-FDBBC19C8F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6" name="Footer Placeholder 5">
            <a:extLst xmlns:a="http://schemas.openxmlformats.org/drawingml/2006/main">
              <a:ext uri="{FF2B5EF4-FFF2-40B4-BE49-F238E27FC236}">
                <a16:creationId xmlns:a16="http://schemas.microsoft.com/office/drawing/2014/main" id="{FFAEFAFB-DC18-41F7-ADE2-5AF0E354B2E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7451308-73B7-4760-A3D0-E6BDB148AF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10.xml><?xml version="1.0" encoding="utf-8"?>
<p:sldLayout xmlns:p="http://schemas.openxmlformats.org/presentationml/2006/main" type="vertTx" preserve="1">
  <p:cSld name="Titel und vertikaler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F59F637-3F2D-4C5D-9549-18832BEA79B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Mastertitelformat bearbeiten</a:t>
            </a:r>
          </a:p>
        </p:txBody>
      </p:sp>
      <p:sp>
        <p:nvSpPr>
          <p:cNvPr id="3" name="Vertical Text Placeholder 2">
            <a:extLst xmlns:a="http://schemas.openxmlformats.org/drawingml/2006/main">
              <a:ext uri="{FF2B5EF4-FFF2-40B4-BE49-F238E27FC236}">
                <a16:creationId xmlns:a16="http://schemas.microsoft.com/office/drawing/2014/main" id="{60A36050-F992-44ED-87EF-7ACCFD550EC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7EEBDB82-C5C5-482C-AA6D-49441FA187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956D0746-279C-4D45-9537-5BCFBACBC5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0D522D1-9DC4-405A-BAC3-672CF566D5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Layouts/slideLayout11.xml><?xml version="1.0" encoding="utf-8"?>
<p:sldLayout xmlns:p="http://schemas.openxmlformats.org/presentationml/2006/main" type="vertTitleAndTx" preserve="1">
  <p:cSld name="Vertikaler Titel u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3670F04-15B5-496C-875C-7CC06908E364}"/>
              </a:ext>
            </a:extLst>
          </p:cNvPr>
          <p:cNvSpPr>
            <a:spLocks xmlns:a="http://schemas.openxmlformats.org/drawingml/2006/main" noGrp="1"/>
          </p:cNvSpPr>
          <p:nvPr>
            <p:ph type="title" idx="0"/>
          </p:nvPr>
        </p:nvSpPr>
        <p:spPr>
          <a:xfrm xmlns:a="http://schemas.openxmlformats.org/drawingml/2006/main">
            <a:off x="4907757" y="527403"/>
            <a:ext cx="1478756" cy="8394877"/>
          </a:xfrm>
        </p:spPr>
        <p:txBody>
          <a:bodyPr xmlns:a="http://schemas.openxmlformats.org/drawingml/2006/main" vert="eaVert"/>
          <a:lstStyle xmlns:a="http://schemas.openxmlformats.org/drawingml/2006/main"/>
          <a:p xmlns:a="http://schemas.openxmlformats.org/drawingml/2006/main">
            <a:r>
              <a:t>Mastertitelformat bearbeiten</a:t>
            </a:r>
          </a:p>
        </p:txBody>
      </p:sp>
      <p:sp>
        <p:nvSpPr>
          <p:cNvPr id="3" name="Vertical Text Placeholder 2">
            <a:extLst xmlns:a="http://schemas.openxmlformats.org/drawingml/2006/main">
              <a:ext uri="{FF2B5EF4-FFF2-40B4-BE49-F238E27FC236}">
                <a16:creationId xmlns:a16="http://schemas.microsoft.com/office/drawing/2014/main" id="{F00CF91F-1D9C-4EAA-9384-780AEB834969}"/>
              </a:ext>
            </a:extLst>
          </p:cNvPr>
          <p:cNvSpPr>
            <a:spLocks xmlns:a="http://schemas.openxmlformats.org/drawingml/2006/main" noGrp="1"/>
          </p:cNvSpPr>
          <p:nvPr>
            <p:ph type="body" idx="1"/>
          </p:nvPr>
        </p:nvSpPr>
        <p:spPr>
          <a:xfrm xmlns:a="http://schemas.openxmlformats.org/drawingml/2006/main">
            <a:off x="471488" y="527403"/>
            <a:ext cx="4350544" cy="8394877"/>
          </a:xfrm>
        </p:spPr>
        <p:txBody>
          <a:bodyPr xmlns:a="http://schemas.openxmlformats.org/drawingml/2006/main" vert="eaVert"/>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00A68FF3-D151-4F3D-8547-8E88BCDAED3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617C926F-90F8-48D0-B457-09C05E2164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2B81225-85D6-4697-88D4-FC1FBE3DDB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9A5175ED-A264-4BA1-93AD-224520E57639}" type="slidenum">
              <a:t>‹Nr.›</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850aef93554779" /><Relationship Type="http://schemas.openxmlformats.org/officeDocument/2006/relationships/slideLayout" Target="/ppt/slideLayouts/slideLayout1.xml" Id="Re51e7d866e0949f2" /><Relationship Type="http://schemas.openxmlformats.org/officeDocument/2006/relationships/slideLayout" Target="/ppt/slideLayouts/slideLayout2.xml" Id="R310d5a20a7704db0" /><Relationship Type="http://schemas.openxmlformats.org/officeDocument/2006/relationships/slideLayout" Target="/ppt/slideLayouts/slideLayout3.xml" Id="R0a26550854c84c7e" /><Relationship Type="http://schemas.openxmlformats.org/officeDocument/2006/relationships/slideLayout" Target="/ppt/slideLayouts/slideLayout4.xml" Id="R0273ca66fa004dd5" /><Relationship Type="http://schemas.openxmlformats.org/officeDocument/2006/relationships/slideLayout" Target="/ppt/slideLayouts/slideLayout5.xml" Id="Rf94b5a05a20746fb" /><Relationship Type="http://schemas.openxmlformats.org/officeDocument/2006/relationships/slideLayout" Target="/ppt/slideLayouts/slideLayout6.xml" Id="R3d76b6df14e9482f" /><Relationship Type="http://schemas.openxmlformats.org/officeDocument/2006/relationships/slideLayout" Target="/ppt/slideLayouts/slideLayout7.xml" Id="Rddec1a97f05449b5" /><Relationship Type="http://schemas.openxmlformats.org/officeDocument/2006/relationships/slideLayout" Target="/ppt/slideLayouts/slideLayout8.xml" Id="R68b0e300df684c74" /><Relationship Type="http://schemas.openxmlformats.org/officeDocument/2006/relationships/slideLayout" Target="/ppt/slideLayouts/slideLayout9.xml" Id="R268255baab9a45c4" /><Relationship Type="http://schemas.openxmlformats.org/officeDocument/2006/relationships/slideLayout" Target="/ppt/slideLayouts/slideLayout10.xml" Id="Rebb8d096cc8143d7" /><Relationship Type="http://schemas.openxmlformats.org/officeDocument/2006/relationships/slideLayout" Target="/ppt/slideLayouts/slideLayout11.xml" Id="R53ce377125cd447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0BDC76E-2390-4D0E-A7D4-CB5D3CE4B8A1}"/>
              </a:ext>
            </a:extLst>
          </p:cNvPr>
          <p:cNvSpPr>
            <a:spLocks xmlns:a="http://schemas.openxmlformats.org/drawingml/2006/main" noGrp="1"/>
          </p:cNvSpPr>
          <p:nvPr>
            <p:ph type="title" idx="0"/>
          </p:nvPr>
        </p:nvSpPr>
        <p:spPr>
          <a:xfrm xmlns:a="http://schemas.openxmlformats.org/drawingml/2006/main">
            <a:off x="471488" y="527405"/>
            <a:ext cx="5915025" cy="191470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Mastertitelformat bearbeiten</a:t>
            </a:r>
          </a:p>
        </p:txBody>
      </p:sp>
      <p:sp>
        <p:nvSpPr>
          <p:cNvPr id="3" name="Text Placeholder 2">
            <a:extLst xmlns:a="http://schemas.openxmlformats.org/drawingml/2006/main">
              <a:ext uri="{FF2B5EF4-FFF2-40B4-BE49-F238E27FC236}">
                <a16:creationId xmlns:a16="http://schemas.microsoft.com/office/drawing/2014/main" id="{E6CD8190-C5E8-4000-AB08-C387C561CA17}"/>
              </a:ext>
            </a:extLst>
          </p:cNvPr>
          <p:cNvSpPr>
            <a:spLocks xmlns:a="http://schemas.openxmlformats.org/drawingml/2006/main" noGrp="1"/>
          </p:cNvSpPr>
          <p:nvPr>
            <p:ph type="body" idx="1"/>
          </p:nvPr>
        </p:nvSpPr>
        <p:spPr>
          <a:xfrm xmlns:a="http://schemas.openxmlformats.org/drawingml/2006/main">
            <a:off x="471488" y="2637014"/>
            <a:ext cx="5915025" cy="6285266"/>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Mastertextformat bearbeiten</a:t>
            </a:r>
          </a:p>
          <a:p xmlns:a="http://schemas.openxmlformats.org/drawingml/2006/main">
            <a:pPr lvl="1">
              <a:buNone/>
            </a:pPr>
            <a:r>
              <a:t>Zweite Ebene</a:t>
            </a:r>
          </a:p>
          <a:p xmlns:a="http://schemas.openxmlformats.org/drawingml/2006/main">
            <a:pPr lvl="2">
              <a:buNone/>
            </a:pPr>
            <a:r>
              <a:t>Dritte Ebene</a:t>
            </a:r>
          </a:p>
          <a:p xmlns:a="http://schemas.openxmlformats.org/drawingml/2006/main">
            <a:pPr lvl="3">
              <a:buNone/>
            </a:pPr>
            <a:r>
              <a:t>Vierte Ebene</a:t>
            </a:r>
          </a:p>
          <a:p xmlns:a="http://schemas.openxmlformats.org/drawingml/2006/main">
            <a:pPr lvl="4">
              <a:buNone/>
            </a:pPr>
            <a:r>
              <a:t>Fünfte Ebene</a:t>
            </a:r>
          </a:p>
        </p:txBody>
      </p:sp>
      <p:sp>
        <p:nvSpPr>
          <p:cNvPr id="4" name="Date Placeholder 3">
            <a:extLst xmlns:a="http://schemas.openxmlformats.org/drawingml/2006/main">
              <a:ext uri="{FF2B5EF4-FFF2-40B4-BE49-F238E27FC236}">
                <a16:creationId xmlns:a16="http://schemas.microsoft.com/office/drawing/2014/main" id="{6EC3D5BD-BC5F-4DDD-AF5D-FB0E29992E9B}"/>
              </a:ext>
            </a:extLst>
          </p:cNvPr>
          <p:cNvSpPr>
            <a:spLocks xmlns:a="http://schemas.openxmlformats.org/drawingml/2006/main" noGrp="1"/>
          </p:cNvSpPr>
          <p:nvPr>
            <p:ph type="dt" idx="2"/>
          </p:nvPr>
        </p:nvSpPr>
        <p:spPr>
          <a:xfrm xmlns:a="http://schemas.openxmlformats.org/drawingml/2006/main">
            <a:off x="471488" y="9181397"/>
            <a:ext cx="1543050"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75000"/>
                  </a:schemeClr>
                </a:solidFill>
              </a:defRPr>
            </a:lvl1pPr>
          </a:lstStyle>
          <a:p xmlns:a="http://schemas.openxmlformats.org/drawingml/2006/main">
            <a:fld id="{DB8FDF6C-9B07-4782-AA2B-07EAA2872B3C}" type="datetimeFigureOut">
              <a:t>03.09.2026</a:t>
            </a:fld>
            <a:endParaRPr/>
          </a:p>
        </p:txBody>
      </p:sp>
      <p:sp>
        <p:nvSpPr>
          <p:cNvPr id="5" name="Footer Placeholder 4">
            <a:extLst xmlns:a="http://schemas.openxmlformats.org/drawingml/2006/main">
              <a:ext uri="{FF2B5EF4-FFF2-40B4-BE49-F238E27FC236}">
                <a16:creationId xmlns:a16="http://schemas.microsoft.com/office/drawing/2014/main" id="{A57FBF24-76D1-42B9-81C5-ABD3D83C035E}"/>
              </a:ext>
            </a:extLst>
          </p:cNvPr>
          <p:cNvSpPr>
            <a:spLocks xmlns:a="http://schemas.openxmlformats.org/drawingml/2006/main" noGrp="1"/>
          </p:cNvSpPr>
          <p:nvPr>
            <p:ph type="ftr" idx="3"/>
          </p:nvPr>
        </p:nvSpPr>
        <p:spPr>
          <a:xfrm xmlns:a="http://schemas.openxmlformats.org/drawingml/2006/main">
            <a:off x="2271713" y="9181397"/>
            <a:ext cx="2314575"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9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A20B966-55E0-47AF-98C3-78553D817E81}"/>
              </a:ext>
            </a:extLst>
          </p:cNvPr>
          <p:cNvSpPr>
            <a:spLocks xmlns:a="http://schemas.openxmlformats.org/drawingml/2006/main" noGrp="1"/>
          </p:cNvSpPr>
          <p:nvPr>
            <p:ph type="sldNum" idx="4"/>
          </p:nvPr>
        </p:nvSpPr>
        <p:spPr>
          <a:xfrm xmlns:a="http://schemas.openxmlformats.org/drawingml/2006/main">
            <a:off x="4843463" y="9181397"/>
            <a:ext cx="1543050" cy="527403"/>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75000"/>
                  </a:schemeClr>
                </a:solidFill>
              </a:defRPr>
            </a:lvl1pPr>
          </a:lstStyle>
          <a:p xmlns:a="http://schemas.openxmlformats.org/drawingml/2006/main">
            <a:fld id="{9A5175ED-A264-4BA1-93AD-224520E57639}" type="slidenum">
              <a:t>‹Nr.›</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1e7d866e0949f2"/>
    <p:sldLayoutId xmlns:r="http://schemas.openxmlformats.org/officeDocument/2006/relationships" id="2147483650" r:id="R310d5a20a7704db0"/>
    <p:sldLayoutId xmlns:r="http://schemas.openxmlformats.org/officeDocument/2006/relationships" id="2147483651" r:id="R0a26550854c84c7e"/>
    <p:sldLayoutId xmlns:r="http://schemas.openxmlformats.org/officeDocument/2006/relationships" id="2147483652" r:id="R0273ca66fa004dd5"/>
    <p:sldLayoutId xmlns:r="http://schemas.openxmlformats.org/officeDocument/2006/relationships" id="2147483653" r:id="Rf94b5a05a20746fb"/>
    <p:sldLayoutId xmlns:r="http://schemas.openxmlformats.org/officeDocument/2006/relationships" id="2147483654" r:id="R3d76b6df14e9482f"/>
    <p:sldLayoutId xmlns:r="http://schemas.openxmlformats.org/officeDocument/2006/relationships" id="2147483655" r:id="Rddec1a97f05449b5"/>
    <p:sldLayoutId xmlns:r="http://schemas.openxmlformats.org/officeDocument/2006/relationships" id="2147483656" r:id="R68b0e300df684c74"/>
    <p:sldLayoutId xmlns:r="http://schemas.openxmlformats.org/officeDocument/2006/relationships" id="2147483657" r:id="R268255baab9a45c4"/>
    <p:sldLayoutId xmlns:r="http://schemas.openxmlformats.org/officeDocument/2006/relationships" id="2147483658" r:id="Rebb8d096cc8143d7"/>
    <p:sldLayoutId xmlns:r="http://schemas.openxmlformats.org/officeDocument/2006/relationships" id="2147483659" r:id="R53ce377125cd4471"/>
  </p:sldLayoutIdLst>
  <p:txStyles>
    <p:titleStyle>
      <a:lvl1pPr xmlns:a="http://schemas.openxmlformats.org/drawingml/2006/main" algn="l" defTabSz="685800">
        <a:lnSpc>
          <a:spcPct val="90000"/>
        </a:lnSpc>
        <a:spcBef>
          <a:spcPct val="0"/>
        </a:spcBef>
        <a:buNone/>
        <a:defRPr sz="33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51dedfb9e249b4" /><Relationship Type="http://schemas.openxmlformats.org/officeDocument/2006/relationships/image" Target="/ppt/media/image.jpeg" Id="Re77180bea5654053" /><Relationship Type="http://schemas.openxmlformats.org/officeDocument/2006/relationships/image" Target="/ppt/media/image.svg" Id="R78f0b34fa5114712" /><Relationship Type="http://schemas.openxmlformats.org/officeDocument/2006/relationships/image" Target="/ppt/media/image.png" Id="R8fd9bf59eb9640f2" /><Relationship Type="http://schemas.openxmlformats.org/officeDocument/2006/relationships/image" Target="/ppt/media/image2.svg" Id="R6c8f2f6190924bb3" /><Relationship Type="http://schemas.openxmlformats.org/officeDocument/2006/relationships/image" Target="/ppt/media/image2.png" Id="R2c7afe221cba4341" /><Relationship Type="http://schemas.openxmlformats.org/officeDocument/2006/relationships/image" Target="/ppt/media/image3.png" Id="Rced73a483a5347bf" /><Relationship Type="http://schemas.openxmlformats.org/officeDocument/2006/relationships/image" Target="/ppt/media/image4.png" Id="R5b6fb5c58ca04237" /><Relationship Type="http://schemas.openxmlformats.org/officeDocument/2006/relationships/image" Target="/ppt/media/image5.png" Id="R821be23e9ac64b4c" /><Relationship Type="http://schemas.openxmlformats.org/officeDocument/2006/relationships/image" Target="/ppt/media/image6.png" Id="R817ad7ba16894ded" /><Relationship Type="http://schemas.openxmlformats.org/officeDocument/2006/relationships/image" Target="/ppt/media/image7.png" Id="Rcbd934d5119c4759" /><Relationship Type="http://schemas.openxmlformats.org/officeDocument/2006/relationships/image" Target="/ppt/media/image8.png" Id="R5d2a436f90f04722" /><Relationship Type="http://schemas.openxmlformats.org/officeDocument/2006/relationships/image" Target="/ppt/media/image9.png" Id="R932765699f614feb" /><Relationship Type="http://schemas.openxmlformats.org/officeDocument/2006/relationships/image" Target="/ppt/media/image10.png" Id="R850f77bbe9aa4064" /><Relationship Type="http://schemas.openxmlformats.org/officeDocument/2006/relationships/image" Target="/ppt/media/image11.png" Id="R4b42f9814ad54ddc" /><Relationship Type="http://schemas.openxmlformats.org/officeDocument/2006/relationships/image" Target="/ppt/media/image12.png" Id="Ra16d8153674c4333" /><Relationship Type="http://schemas.openxmlformats.org/officeDocument/2006/relationships/image" Target="/ppt/media/image13.png" Id="Rcc3062a57fee4eff" /><Relationship Type="http://schemas.openxmlformats.org/officeDocument/2006/relationships/image" Target="/ppt/media/image14.png" Id="R2eaea35bbc5e42a3" /><Relationship Type="http://schemas.openxmlformats.org/officeDocument/2006/relationships/image" Target="/ppt/media/image15.png" Id="Rdcab82220dc44e47" /><Relationship Type="http://schemas.openxmlformats.org/officeDocument/2006/relationships/notesSlide" Target="/ppt/notesSlides/notesSlide1.xml" Id="Rd1684b3045b34cf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Rechteck">
            <a:extLst xmlns:a="http://schemas.openxmlformats.org/drawingml/2006/main">
              <a:ext uri="{FF2B5EF4-FFF2-40B4-BE49-F238E27FC236}">
                <a16:creationId xmlns:a16="http://schemas.microsoft.com/office/drawing/2014/main" id="{21AA5DBD-B2C7-405C-8A3E-D9133923CDA8}"/>
              </a:ext>
            </a:extLst>
          </p:cNvPr>
          <p:cNvSpPr>
            <a:spLocks xmlns:a="http://schemas.openxmlformats.org/drawingml/2006/main" noGrp="1"/>
          </p:cNvSpPr>
          <p:nvPr/>
        </p:nvSpPr>
        <p:spPr>
          <a:xfrm xmlns:a="http://schemas.openxmlformats.org/drawingml/2006/main">
            <a:off x="0" y="0"/>
            <a:ext cx="2424684" cy="9906000"/>
          </a:xfrm>
          <a:prstGeom xmlns:a="http://schemas.openxmlformats.org/drawingml/2006/main" prst="rect">
            <a:avLst/>
          </a:prstGeom>
          <a:solidFill xmlns:a="http://schemas.openxmlformats.org/drawingml/2006/main">
            <a:srgbClr val="3399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5" name="Ellipse 4">
            <a:extLst xmlns:a="http://schemas.openxmlformats.org/drawingml/2006/main">
              <a:ext uri="{FF2B5EF4-FFF2-40B4-BE49-F238E27FC236}">
                <a16:creationId xmlns:a16="http://schemas.microsoft.com/office/drawing/2014/main" id="{6BD9946B-7A65-4B0F-A0FB-E8CC35677CB9}"/>
              </a:ext>
            </a:extLst>
          </p:cNvPr>
          <p:cNvSpPr>
            <a:spLocks xmlns:a="http://schemas.openxmlformats.org/drawingml/2006/main" noGrp="1"/>
          </p:cNvSpPr>
          <p:nvPr/>
        </p:nvSpPr>
        <p:spPr>
          <a:xfrm xmlns:a="http://schemas.openxmlformats.org/drawingml/2006/main">
            <a:off x="565499" y="70199"/>
            <a:ext cx="1340072" cy="1340072"/>
          </a:xfrm>
          <a:prstGeom xmlns:a="http://schemas.openxmlformats.org/drawingml/2006/main" prst="ellipse">
            <a:avLst/>
          </a:prstGeom>
          <a:noFill xmlns:a="http://schemas.openxmlformats.org/drawingml/2006/main"/>
          <a:ln xmlns:a="http://schemas.openxmlformats.org/drawingml/2006/main" w="57150">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99" name="Grafik 6">
            <a:extLst xmlns:a="http://schemas.openxmlformats.org/drawingml/2006/main">
              <a:ext uri="{FF2B5EF4-FFF2-40B4-BE49-F238E27FC236}">
                <a16:creationId xmlns:a16="http://schemas.microsoft.com/office/drawing/2014/main" id="{116D54E4-A6F1-47DD-AD4F-BCD970CC6DB1}"/>
              </a:ext>
            </a:extLst>
          </p:cNvPr>
          <p:cNvPicPr>
            <a:picLocks xmlns:a="http://schemas.openxmlformats.org/drawingml/2006/main" noChangeAspect="1"/>
          </p:cNvPicPr>
          <p:nvPr/>
        </p:nvPicPr>
        <p:blipFill>
          <a:blip xmlns:r="http://schemas.openxmlformats.org/officeDocument/2006/relationships" xmlns:a="http://schemas.openxmlformats.org/drawingml/2006/main" r:embed="Re77180bea5654053">
            <a:extLst>
              <a:ext uri="{96DAC541-7B7A-43D3-8B79-37D633B846F1}">
                <asvg:svgBlip xmlns:asvg="http://schemas.microsoft.com/office/drawing/2016/SVG/main" r:embed="R78f0b34fa5114712"/>
              </a:ext>
            </a:extLst>
          </a:blip>
          <a:stretch xmlns:a="http://schemas.openxmlformats.org/drawingml/2006/main">
            <a:fillRect l="0" t="0" r="0" b="0"/>
          </a:stretch>
        </p:blipFill>
        <p:spPr>
          <a:xfrm xmlns:a="http://schemas.openxmlformats.org/drawingml/2006/main">
            <a:off x="1137266" y="485943"/>
            <a:ext cx="701888" cy="701888"/>
          </a:xfrm>
          <a:prstGeom xmlns:a="http://schemas.openxmlformats.org/drawingml/2006/main" prst="rect">
            <a:avLst/>
          </a:prstGeom>
        </p:spPr>
      </p:pic>
      <p:pic>
        <p:nvPicPr>
          <p:cNvPr id="200" name="Grafik 8">
            <a:extLst xmlns:a="http://schemas.openxmlformats.org/drawingml/2006/main">
              <a:ext uri="{FF2B5EF4-FFF2-40B4-BE49-F238E27FC236}">
                <a16:creationId xmlns:a16="http://schemas.microsoft.com/office/drawing/2014/main" id="{28EC8BF7-D696-41CB-9CE0-2DA0FF969493}"/>
              </a:ext>
            </a:extLst>
          </p:cNvPr>
          <p:cNvPicPr>
            <a:picLocks xmlns:a="http://schemas.openxmlformats.org/drawingml/2006/main" noChangeAspect="1"/>
          </p:cNvPicPr>
          <p:nvPr/>
        </p:nvPicPr>
        <p:blipFill>
          <a:blip xmlns:r="http://schemas.openxmlformats.org/officeDocument/2006/relationships" xmlns:a="http://schemas.openxmlformats.org/drawingml/2006/main" r:embed="R8fd9bf59eb9640f2">
            <a:extLst>
              <a:ext uri="{96DAC541-7B7A-43D3-8B79-37D633B846F1}">
                <asvg:svgBlip xmlns:asvg="http://schemas.microsoft.com/office/drawing/2016/SVG/main" r:embed="R6c8f2f6190924bb3"/>
              </a:ext>
            </a:extLst>
          </a:blip>
          <a:stretch xmlns:a="http://schemas.openxmlformats.org/drawingml/2006/main">
            <a:fillRect l="0" t="0" r="0" b="0"/>
          </a:stretch>
        </p:blipFill>
        <p:spPr>
          <a:xfrm xmlns:a="http://schemas.openxmlformats.org/drawingml/2006/main">
            <a:off x="592464" y="485944"/>
            <a:ext cx="701888" cy="701888"/>
          </a:xfrm>
          <a:prstGeom xmlns:a="http://schemas.openxmlformats.org/drawingml/2006/main" prst="rect">
            <a:avLst/>
          </a:prstGeom>
        </p:spPr>
      </p:pic>
      <p:pic>
        <p:nvPicPr>
          <p:cNvPr id="201" name="Grafik 10">
            <a:extLst xmlns:a="http://schemas.openxmlformats.org/drawingml/2006/main">
              <a:ext uri="{FF2B5EF4-FFF2-40B4-BE49-F238E27FC236}">
                <a16:creationId xmlns:a16="http://schemas.microsoft.com/office/drawing/2014/main" id="{3BC33A7A-C810-4CAB-A519-1F2F453386E3}"/>
              </a:ext>
            </a:extLst>
          </p:cNvPr>
          <p:cNvPicPr>
            <a:picLocks xmlns:a="http://schemas.openxmlformats.org/drawingml/2006/main" noChangeAspect="1"/>
          </p:cNvPicPr>
          <p:nvPr/>
        </p:nvPicPr>
        <p:blipFill>
          <a:blip xmlns:r="http://schemas.openxmlformats.org/officeDocument/2006/relationships" xmlns:a="http://schemas.openxmlformats.org/drawingml/2006/main" r:embed="R2c7afe221cba4341"/>
          <a:stretch xmlns:a="http://schemas.openxmlformats.org/drawingml/2006/main">
            <a:fillRect l="0" t="0" r="0" b="0"/>
          </a:stretch>
        </p:blipFill>
        <p:spPr>
          <a:xfrm xmlns:a="http://schemas.openxmlformats.org/drawingml/2006/main">
            <a:off x="618534" y="2655702"/>
            <a:ext cx="336384" cy="336384"/>
          </a:xfrm>
          <a:prstGeom xmlns:a="http://schemas.openxmlformats.org/drawingml/2006/main" prst="rect">
            <a:avLst/>
          </a:prstGeom>
        </p:spPr>
      </p:pic>
      <p:pic>
        <p:nvPicPr>
          <p:cNvPr id="202" name="Grafik 14">
            <a:extLst xmlns:a="http://schemas.openxmlformats.org/drawingml/2006/main">
              <a:ext uri="{FF2B5EF4-FFF2-40B4-BE49-F238E27FC236}">
                <a16:creationId xmlns:a16="http://schemas.microsoft.com/office/drawing/2014/main" id="{979C524E-8197-4491-9B60-08C1157650B9}"/>
              </a:ext>
            </a:extLst>
          </p:cNvPr>
          <p:cNvPicPr>
            <a:picLocks xmlns:a="http://schemas.openxmlformats.org/drawingml/2006/main" noChangeAspect="1"/>
          </p:cNvPicPr>
          <p:nvPr/>
        </p:nvPicPr>
        <p:blipFill>
          <a:blip xmlns:r="http://schemas.openxmlformats.org/officeDocument/2006/relationships" xmlns:a="http://schemas.openxmlformats.org/drawingml/2006/main" r:embed="Rced73a483a5347bf"/>
          <a:stretch xmlns:a="http://schemas.openxmlformats.org/drawingml/2006/main">
            <a:fillRect l="0" t="0" r="0" b="0"/>
          </a:stretch>
        </p:blipFill>
        <p:spPr>
          <a:xfrm xmlns:a="http://schemas.openxmlformats.org/drawingml/2006/main">
            <a:off x="143424" y="2645534"/>
            <a:ext cx="336384" cy="336384"/>
          </a:xfrm>
          <a:prstGeom xmlns:a="http://schemas.openxmlformats.org/drawingml/2006/main" prst="rect">
            <a:avLst/>
          </a:prstGeom>
        </p:spPr>
      </p:pic>
      <p:pic>
        <p:nvPicPr>
          <p:cNvPr id="203" name="Grafik 16">
            <a:extLst xmlns:a="http://schemas.openxmlformats.org/drawingml/2006/main">
              <a:ext uri="{FF2B5EF4-FFF2-40B4-BE49-F238E27FC236}">
                <a16:creationId xmlns:a16="http://schemas.microsoft.com/office/drawing/2014/main" id="{BFD0F1B6-CC25-4C95-B8C3-DFDE3E75A367}"/>
              </a:ext>
            </a:extLst>
          </p:cNvPr>
          <p:cNvPicPr>
            <a:picLocks xmlns:a="http://schemas.openxmlformats.org/drawingml/2006/main" noChangeAspect="1"/>
          </p:cNvPicPr>
          <p:nvPr/>
        </p:nvPicPr>
        <p:blipFill>
          <a:blip xmlns:r="http://schemas.openxmlformats.org/officeDocument/2006/relationships" xmlns:a="http://schemas.openxmlformats.org/drawingml/2006/main" r:embed="R5b6fb5c58ca04237"/>
          <a:stretch xmlns:a="http://schemas.openxmlformats.org/drawingml/2006/main">
            <a:fillRect l="0" t="0" r="0" b="0"/>
          </a:stretch>
        </p:blipFill>
        <p:spPr>
          <a:xfrm xmlns:a="http://schemas.openxmlformats.org/drawingml/2006/main">
            <a:off x="214066" y="8627364"/>
            <a:ext cx="265742" cy="265742"/>
          </a:xfrm>
          <a:prstGeom xmlns:a="http://schemas.openxmlformats.org/drawingml/2006/main" prst="rect">
            <a:avLst/>
          </a:prstGeom>
        </p:spPr>
      </p:pic>
      <p:pic>
        <p:nvPicPr>
          <p:cNvPr id="204" name="Grafik 18">
            <a:extLst xmlns:a="http://schemas.openxmlformats.org/drawingml/2006/main">
              <a:ext uri="{FF2B5EF4-FFF2-40B4-BE49-F238E27FC236}">
                <a16:creationId xmlns:a16="http://schemas.microsoft.com/office/drawing/2014/main" id="{87B86385-0129-40C2-B77E-453218617A1A}"/>
              </a:ext>
            </a:extLst>
          </p:cNvPr>
          <p:cNvPicPr>
            <a:picLocks xmlns:a="http://schemas.openxmlformats.org/drawingml/2006/main" noChangeAspect="1"/>
          </p:cNvPicPr>
          <p:nvPr/>
        </p:nvPicPr>
        <p:blipFill>
          <a:blip xmlns:r="http://schemas.openxmlformats.org/officeDocument/2006/relationships" xmlns:a="http://schemas.openxmlformats.org/drawingml/2006/main" r:embed="R821be23e9ac64b4c"/>
          <a:stretch xmlns:a="http://schemas.openxmlformats.org/drawingml/2006/main">
            <a:fillRect l="0" t="0" r="0" b="0"/>
          </a:stretch>
        </p:blipFill>
        <p:spPr>
          <a:xfrm xmlns:a="http://schemas.openxmlformats.org/drawingml/2006/main">
            <a:off x="587532" y="8627364"/>
            <a:ext cx="265742" cy="265742"/>
          </a:xfrm>
          <a:prstGeom xmlns:a="http://schemas.openxmlformats.org/drawingml/2006/main" prst="rect">
            <a:avLst/>
          </a:prstGeom>
        </p:spPr>
      </p:pic>
      <p:pic>
        <p:nvPicPr>
          <p:cNvPr id="205" name="Grafik 20">
            <a:extLst xmlns:a="http://schemas.openxmlformats.org/drawingml/2006/main">
              <a:ext uri="{FF2B5EF4-FFF2-40B4-BE49-F238E27FC236}">
                <a16:creationId xmlns:a16="http://schemas.microsoft.com/office/drawing/2014/main" id="{FF720ACA-E305-4BAF-B6B9-37F29DA9EEDD}"/>
              </a:ext>
            </a:extLst>
          </p:cNvPr>
          <p:cNvPicPr>
            <a:picLocks xmlns:a="http://schemas.openxmlformats.org/drawingml/2006/main" noChangeAspect="1"/>
          </p:cNvPicPr>
          <p:nvPr/>
        </p:nvPicPr>
        <p:blipFill>
          <a:blip xmlns:r="http://schemas.openxmlformats.org/officeDocument/2006/relationships" xmlns:a="http://schemas.openxmlformats.org/drawingml/2006/main" r:embed="R817ad7ba16894ded"/>
          <a:stretch xmlns:a="http://schemas.openxmlformats.org/drawingml/2006/main">
            <a:fillRect l="0" t="0" r="0" b="0"/>
          </a:stretch>
        </p:blipFill>
        <p:spPr>
          <a:xfrm xmlns:a="http://schemas.openxmlformats.org/drawingml/2006/main">
            <a:off x="989085" y="8607554"/>
            <a:ext cx="265742" cy="265742"/>
          </a:xfrm>
          <a:prstGeom xmlns:a="http://schemas.openxmlformats.org/drawingml/2006/main" prst="rect">
            <a:avLst/>
          </a:prstGeom>
        </p:spPr>
      </p:pic>
      <p:pic>
        <p:nvPicPr>
          <p:cNvPr id="206" name="Grafik 22">
            <a:extLst xmlns:a="http://schemas.openxmlformats.org/drawingml/2006/main">
              <a:ext uri="{FF2B5EF4-FFF2-40B4-BE49-F238E27FC236}">
                <a16:creationId xmlns:a16="http://schemas.microsoft.com/office/drawing/2014/main" id="{B6B908C4-4D7B-4C10-AFF2-4216AB8CFC7A}"/>
              </a:ext>
            </a:extLst>
          </p:cNvPr>
          <p:cNvPicPr>
            <a:picLocks xmlns:a="http://schemas.openxmlformats.org/drawingml/2006/main" noChangeAspect="1"/>
          </p:cNvPicPr>
          <p:nvPr/>
        </p:nvPicPr>
        <p:blipFill>
          <a:blip xmlns:r="http://schemas.openxmlformats.org/officeDocument/2006/relationships" xmlns:a="http://schemas.openxmlformats.org/drawingml/2006/main" r:embed="Rcbd934d5119c4759"/>
          <a:stretch xmlns:a="http://schemas.openxmlformats.org/drawingml/2006/main">
            <a:fillRect l="0" t="0" r="0" b="0"/>
          </a:stretch>
        </p:blipFill>
        <p:spPr>
          <a:xfrm xmlns:a="http://schemas.openxmlformats.org/drawingml/2006/main">
            <a:off x="192676" y="9197885"/>
            <a:ext cx="265742" cy="265742"/>
          </a:xfrm>
          <a:prstGeom xmlns:a="http://schemas.openxmlformats.org/drawingml/2006/main" prst="rect">
            <a:avLst/>
          </a:prstGeom>
        </p:spPr>
      </p:pic>
      <p:pic>
        <p:nvPicPr>
          <p:cNvPr id="207" name="Grafik 24">
            <a:extLst xmlns:a="http://schemas.openxmlformats.org/drawingml/2006/main">
              <a:ext uri="{FF2B5EF4-FFF2-40B4-BE49-F238E27FC236}">
                <a16:creationId xmlns:a16="http://schemas.microsoft.com/office/drawing/2014/main" id="{FFE2EA2E-CDC4-4A41-9CE5-4398CF9A914C}"/>
              </a:ext>
            </a:extLst>
          </p:cNvPr>
          <p:cNvPicPr>
            <a:picLocks xmlns:a="http://schemas.openxmlformats.org/drawingml/2006/main" noChangeAspect="1"/>
          </p:cNvPicPr>
          <p:nvPr/>
        </p:nvPicPr>
        <p:blipFill>
          <a:blip xmlns:r="http://schemas.openxmlformats.org/officeDocument/2006/relationships" xmlns:a="http://schemas.openxmlformats.org/drawingml/2006/main" r:embed="R5d2a436f90f04722"/>
          <a:stretch xmlns:a="http://schemas.openxmlformats.org/drawingml/2006/main">
            <a:fillRect l="0" t="0" r="0" b="0"/>
          </a:stretch>
        </p:blipFill>
        <p:spPr>
          <a:xfrm xmlns:a="http://schemas.openxmlformats.org/drawingml/2006/main">
            <a:off x="557675" y="9209255"/>
            <a:ext cx="265742" cy="265742"/>
          </a:xfrm>
          <a:prstGeom xmlns:a="http://schemas.openxmlformats.org/drawingml/2006/main" prst="rect">
            <a:avLst/>
          </a:prstGeom>
        </p:spPr>
      </p:pic>
      <p:sp>
        <p:nvSpPr>
          <p:cNvPr id="28" name="Rechteck">
            <a:extLst xmlns:a="http://schemas.openxmlformats.org/drawingml/2006/main">
              <a:ext uri="{FF2B5EF4-FFF2-40B4-BE49-F238E27FC236}">
                <a16:creationId xmlns:a16="http://schemas.microsoft.com/office/drawing/2014/main" id="{4750C0A6-490D-4A49-8A18-E73489E56FE9}"/>
              </a:ext>
            </a:extLst>
          </p:cNvPr>
          <p:cNvSpPr>
            <a:spLocks xmlns:a="http://schemas.openxmlformats.org/drawingml/2006/main" noGrp="1"/>
          </p:cNvSpPr>
          <p:nvPr/>
        </p:nvSpPr>
        <p:spPr>
          <a:xfrm xmlns:a="http://schemas.openxmlformats.org/drawingml/2006/main">
            <a:off x="2418207" y="0"/>
            <a:ext cx="147638" cy="9663113"/>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endParaRPr>
          </a:p>
        </p:txBody>
      </p:sp>
      <p:sp>
        <p:nvSpPr>
          <p:cNvPr id="30" name="Rechtwinkliges Dreieck 29">
            <a:extLst xmlns:a="http://schemas.openxmlformats.org/drawingml/2006/main">
              <a:ext uri="{FF2B5EF4-FFF2-40B4-BE49-F238E27FC236}">
                <a16:creationId xmlns:a16="http://schemas.microsoft.com/office/drawing/2014/main" id="{F58D6FA0-8034-4CC5-8929-30729B0E12D2}"/>
              </a:ext>
            </a:extLst>
          </p:cNvPr>
          <p:cNvSpPr>
            <a:spLocks xmlns:a="http://schemas.openxmlformats.org/drawingml/2006/main" noGrp="1"/>
          </p:cNvSpPr>
          <p:nvPr/>
        </p:nvSpPr>
        <p:spPr>
          <a:xfrm xmlns:a="http://schemas.openxmlformats.org/drawingml/2006/main" rot="5400000">
            <a:off x="2372011" y="9709309"/>
            <a:ext cx="239935" cy="147638"/>
          </a:xfrm>
          <a:prstGeom xmlns:a="http://schemas.openxmlformats.org/drawingml/2006/main" prst="rtTriangle">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endParaRPr>
          </a:p>
        </p:txBody>
      </p:sp>
      <p:pic>
        <p:nvPicPr>
          <p:cNvPr id="210" name="Grafik 38">
            <a:extLst xmlns:a="http://schemas.openxmlformats.org/drawingml/2006/main">
              <a:ext uri="{FF2B5EF4-FFF2-40B4-BE49-F238E27FC236}">
                <a16:creationId xmlns:a16="http://schemas.microsoft.com/office/drawing/2014/main" id="{AC18A4C3-18F5-40DD-ABF8-CD613EE7DCF5}"/>
              </a:ext>
            </a:extLst>
          </p:cNvPr>
          <p:cNvPicPr>
            <a:picLocks xmlns:a="http://schemas.openxmlformats.org/drawingml/2006/main" noChangeAspect="1"/>
          </p:cNvPicPr>
          <p:nvPr/>
        </p:nvPicPr>
        <p:blipFill>
          <a:blip xmlns:r="http://schemas.openxmlformats.org/officeDocument/2006/relationships" xmlns:a="http://schemas.openxmlformats.org/drawingml/2006/main" r:embed="R932765699f614feb"/>
          <a:stretch xmlns:a="http://schemas.openxmlformats.org/drawingml/2006/main">
            <a:fillRect l="0" t="0" r="0" b="0"/>
          </a:stretch>
        </p:blipFill>
        <p:spPr>
          <a:xfrm xmlns:a="http://schemas.openxmlformats.org/drawingml/2006/main">
            <a:off x="1426017" y="8616954"/>
            <a:ext cx="265742" cy="265742"/>
          </a:xfrm>
          <a:prstGeom xmlns:a="http://schemas.openxmlformats.org/drawingml/2006/main" prst="rect">
            <a:avLst/>
          </a:prstGeom>
        </p:spPr>
      </p:pic>
      <p:pic>
        <p:nvPicPr>
          <p:cNvPr id="211" name="Grafik 40">
            <a:extLst xmlns:a="http://schemas.openxmlformats.org/drawingml/2006/main">
              <a:ext uri="{FF2B5EF4-FFF2-40B4-BE49-F238E27FC236}">
                <a16:creationId xmlns:a16="http://schemas.microsoft.com/office/drawing/2014/main" id="{49E789E4-0D27-4273-830E-DEC1E2DC432D}"/>
              </a:ext>
            </a:extLst>
          </p:cNvPr>
          <p:cNvPicPr>
            <a:picLocks xmlns:a="http://schemas.openxmlformats.org/drawingml/2006/main" noChangeAspect="1"/>
          </p:cNvPicPr>
          <p:nvPr/>
        </p:nvPicPr>
        <p:blipFill>
          <a:blip xmlns:r="http://schemas.openxmlformats.org/officeDocument/2006/relationships" xmlns:a="http://schemas.openxmlformats.org/drawingml/2006/main" r:embed="R850f77bbe9aa4064"/>
          <a:stretch xmlns:a="http://schemas.openxmlformats.org/drawingml/2006/main">
            <a:fillRect l="0" t="0" r="0" b="0"/>
          </a:stretch>
        </p:blipFill>
        <p:spPr>
          <a:xfrm xmlns:a="http://schemas.openxmlformats.org/drawingml/2006/main">
            <a:off x="961029" y="9197885"/>
            <a:ext cx="265742" cy="265742"/>
          </a:xfrm>
          <a:prstGeom xmlns:a="http://schemas.openxmlformats.org/drawingml/2006/main" prst="rect">
            <a:avLst/>
          </a:prstGeom>
        </p:spPr>
      </p:pic>
      <p:sp>
        <p:nvSpPr>
          <p:cNvPr id="46" name="40%">
            <a:extLst xmlns:a="http://schemas.openxmlformats.org/drawingml/2006/main">
              <a:ext uri="{FF2B5EF4-FFF2-40B4-BE49-F238E27FC236}">
                <a16:creationId xmlns:a16="http://schemas.microsoft.com/office/drawing/2014/main" id="{B105F850-775B-4953-9FDA-6173836F405B}"/>
              </a:ext>
            </a:extLst>
          </p:cNvPr>
          <p:cNvSpPr>
            <a:spLocks xmlns:a="http://schemas.openxmlformats.org/drawingml/2006/main" noGrp="1"/>
          </p:cNvSpPr>
          <p:nvPr/>
        </p:nvSpPr>
        <p:spPr>
          <a:xfrm xmlns:a="http://schemas.openxmlformats.org/drawingml/2006/main">
            <a:off x="141827"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47" name="5%">
            <a:extLst xmlns:a="http://schemas.openxmlformats.org/drawingml/2006/main">
              <a:ext uri="{FF2B5EF4-FFF2-40B4-BE49-F238E27FC236}">
                <a16:creationId xmlns:a16="http://schemas.microsoft.com/office/drawing/2014/main" id="{B761FD74-41CC-4517-8360-224480B54095}"/>
              </a:ext>
            </a:extLst>
          </p:cNvPr>
          <p:cNvSpPr>
            <a:spLocks xmlns:a="http://schemas.openxmlformats.org/drawingml/2006/main" noGrp="1"/>
          </p:cNvSpPr>
          <p:nvPr/>
        </p:nvSpPr>
        <p:spPr>
          <a:xfrm xmlns:a="http://schemas.openxmlformats.org/drawingml/2006/main">
            <a:off x="1032605" y="8946356"/>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10%</a:t>
            </a:r>
          </a:p>
        </p:txBody>
      </p:sp>
      <p:sp>
        <p:nvSpPr>
          <p:cNvPr id="48" name="15%">
            <a:extLst xmlns:a="http://schemas.openxmlformats.org/drawingml/2006/main">
              <a:ext uri="{FF2B5EF4-FFF2-40B4-BE49-F238E27FC236}">
                <a16:creationId xmlns:a16="http://schemas.microsoft.com/office/drawing/2014/main" id="{B3AFBE9D-3B87-4EEE-A4DC-243DAB4A00FF}"/>
              </a:ext>
            </a:extLst>
          </p:cNvPr>
          <p:cNvSpPr>
            <a:spLocks xmlns:a="http://schemas.openxmlformats.org/drawingml/2006/main" noGrp="1"/>
          </p:cNvSpPr>
          <p:nvPr/>
        </p:nvSpPr>
        <p:spPr>
          <a:xfrm xmlns:a="http://schemas.openxmlformats.org/drawingml/2006/main">
            <a:off x="570167"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25%</a:t>
            </a:r>
          </a:p>
        </p:txBody>
      </p:sp>
      <p:sp>
        <p:nvSpPr>
          <p:cNvPr id="49" name="40%">
            <a:extLst xmlns:a="http://schemas.openxmlformats.org/drawingml/2006/main">
              <a:ext uri="{FF2B5EF4-FFF2-40B4-BE49-F238E27FC236}">
                <a16:creationId xmlns:a16="http://schemas.microsoft.com/office/drawing/2014/main" id="{141A722F-4165-4835-A979-F38C4B4AB514}"/>
              </a:ext>
            </a:extLst>
          </p:cNvPr>
          <p:cNvSpPr>
            <a:spLocks xmlns:a="http://schemas.openxmlformats.org/drawingml/2006/main" noGrp="1"/>
          </p:cNvSpPr>
          <p:nvPr/>
        </p:nvSpPr>
        <p:spPr>
          <a:xfrm xmlns:a="http://schemas.openxmlformats.org/drawingml/2006/main">
            <a:off x="529114" y="9511379"/>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0" name="0%">
            <a:extLst xmlns:a="http://schemas.openxmlformats.org/drawingml/2006/main">
              <a:ext uri="{FF2B5EF4-FFF2-40B4-BE49-F238E27FC236}">
                <a16:creationId xmlns:a16="http://schemas.microsoft.com/office/drawing/2014/main" id="{93267ABD-3B59-438D-939B-BF4207DA111D}"/>
              </a:ext>
            </a:extLst>
          </p:cNvPr>
          <p:cNvSpPr>
            <a:spLocks xmlns:a="http://schemas.openxmlformats.org/drawingml/2006/main" noGrp="1"/>
          </p:cNvSpPr>
          <p:nvPr/>
        </p:nvSpPr>
        <p:spPr>
          <a:xfrm xmlns:a="http://schemas.openxmlformats.org/drawingml/2006/main">
            <a:off x="936022" y="9511379"/>
            <a:ext cx="37166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45%</a:t>
            </a:r>
          </a:p>
        </p:txBody>
      </p:sp>
      <p:pic>
        <p:nvPicPr>
          <p:cNvPr id="217" name="Grafik 51">
            <a:extLst xmlns:a="http://schemas.openxmlformats.org/drawingml/2006/main">
              <a:ext uri="{FF2B5EF4-FFF2-40B4-BE49-F238E27FC236}">
                <a16:creationId xmlns:a16="http://schemas.microsoft.com/office/drawing/2014/main" id="{25556B09-5DBF-432D-8341-E43A8430194B}"/>
              </a:ext>
            </a:extLst>
          </p:cNvPr>
          <p:cNvPicPr>
            <a:picLocks xmlns:a="http://schemas.openxmlformats.org/drawingml/2006/main" noChangeAspect="1"/>
          </p:cNvPicPr>
          <p:nvPr/>
        </p:nvPicPr>
        <p:blipFill>
          <a:blip xmlns:r="http://schemas.openxmlformats.org/officeDocument/2006/relationships" xmlns:a="http://schemas.openxmlformats.org/drawingml/2006/main" r:embed="R4b42f9814ad54ddc"/>
          <a:stretch xmlns:a="http://schemas.openxmlformats.org/drawingml/2006/main">
            <a:fillRect l="0" t="0" r="0" b="0"/>
          </a:stretch>
        </p:blipFill>
        <p:spPr>
          <a:xfrm xmlns:a="http://schemas.openxmlformats.org/drawingml/2006/main">
            <a:off x="1888922" y="8656394"/>
            <a:ext cx="265743" cy="265743"/>
          </a:xfrm>
          <a:prstGeom xmlns:a="http://schemas.openxmlformats.org/drawingml/2006/main" prst="rect">
            <a:avLst/>
          </a:prstGeom>
        </p:spPr>
      </p:pic>
      <p:sp>
        <p:nvSpPr>
          <p:cNvPr id="53" name="40%">
            <a:extLst xmlns:a="http://schemas.openxmlformats.org/drawingml/2006/main">
              <a:ext uri="{FF2B5EF4-FFF2-40B4-BE49-F238E27FC236}">
                <a16:creationId xmlns:a16="http://schemas.microsoft.com/office/drawing/2014/main" id="{93F35EC7-36D9-4745-9986-C4FE7847053C}"/>
              </a:ext>
            </a:extLst>
          </p:cNvPr>
          <p:cNvSpPr>
            <a:spLocks xmlns:a="http://schemas.openxmlformats.org/drawingml/2006/main" noGrp="1"/>
          </p:cNvSpPr>
          <p:nvPr/>
        </p:nvSpPr>
        <p:spPr>
          <a:xfrm xmlns:a="http://schemas.openxmlformats.org/drawingml/2006/main">
            <a:off x="120396" y="9513761"/>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4" name="5%">
            <a:extLst xmlns:a="http://schemas.openxmlformats.org/drawingml/2006/main">
              <a:ext uri="{FF2B5EF4-FFF2-40B4-BE49-F238E27FC236}">
                <a16:creationId xmlns:a16="http://schemas.microsoft.com/office/drawing/2014/main" id="{42115540-9E2E-4549-A8B0-48B52CFC47CF}"/>
              </a:ext>
            </a:extLst>
          </p:cNvPr>
          <p:cNvSpPr>
            <a:spLocks xmlns:a="http://schemas.openxmlformats.org/drawingml/2006/main" noGrp="1"/>
          </p:cNvSpPr>
          <p:nvPr/>
        </p:nvSpPr>
        <p:spPr>
          <a:xfrm xmlns:a="http://schemas.openxmlformats.org/drawingml/2006/main">
            <a:off x="1445990" y="8946356"/>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0%</a:t>
            </a:r>
          </a:p>
        </p:txBody>
      </p:sp>
      <p:sp>
        <p:nvSpPr>
          <p:cNvPr id="56" name="5%">
            <a:extLst xmlns:a="http://schemas.openxmlformats.org/drawingml/2006/main">
              <a:ext uri="{FF2B5EF4-FFF2-40B4-BE49-F238E27FC236}">
                <a16:creationId xmlns:a16="http://schemas.microsoft.com/office/drawing/2014/main" id="{D9049078-B517-4566-B31B-5005796A8C8F}"/>
              </a:ext>
            </a:extLst>
          </p:cNvPr>
          <p:cNvSpPr>
            <a:spLocks xmlns:a="http://schemas.openxmlformats.org/drawingml/2006/main" noGrp="1"/>
          </p:cNvSpPr>
          <p:nvPr/>
        </p:nvSpPr>
        <p:spPr>
          <a:xfrm xmlns:a="http://schemas.openxmlformats.org/drawingml/2006/main">
            <a:off x="1830133" y="8953024"/>
            <a:ext cx="48520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20%</a:t>
            </a:r>
          </a:p>
        </p:txBody>
      </p:sp>
      <p:sp>
        <p:nvSpPr>
          <p:cNvPr id="57" name="Persönlichkeit">
            <a:extLst xmlns:a="http://schemas.openxmlformats.org/drawingml/2006/main">
              <a:ext uri="{FF2B5EF4-FFF2-40B4-BE49-F238E27FC236}">
                <a16:creationId xmlns:a16="http://schemas.microsoft.com/office/drawing/2014/main" id="{28B2D65B-7C0A-4540-9BB1-3A2BA1C3B320}"/>
              </a:ext>
            </a:extLst>
          </p:cNvPr>
          <p:cNvSpPr>
            <a:spLocks xmlns:a="http://schemas.openxmlformats.org/drawingml/2006/main" noGrp="1"/>
          </p:cNvSpPr>
          <p:nvPr/>
        </p:nvSpPr>
        <p:spPr>
          <a:xfrm xmlns:a="http://schemas.openxmlformats.org/drawingml/2006/main">
            <a:off x="134303" y="4389025"/>
            <a:ext cx="135721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000" b="0" spc="70">
                <a:solidFill>
                  <a:srgbClr val="FFFFFF"/>
                </a:solidFill>
                <a:latin typeface="Arial"/>
                <a:ea typeface="Arial"/>
                <a:cs typeface="Arial"/>
              </a:defRPr>
            </a:lvl1pPr>
          </a:lstStyle>
          <a:p xmlns:a="http://schemas.openxmlformats.org/drawingml/2006/main">
            <a:r>
              <a:t>Internet</a:t>
            </a:r>
          </a:p>
        </p:txBody>
      </p:sp>
      <p:sp>
        <p:nvSpPr>
          <p:cNvPr id="58" name="Extrovertiert">
            <a:extLst xmlns:a="http://schemas.openxmlformats.org/drawingml/2006/main">
              <a:ext uri="{FF2B5EF4-FFF2-40B4-BE49-F238E27FC236}">
                <a16:creationId xmlns:a16="http://schemas.microsoft.com/office/drawing/2014/main" id="{A8560577-5D82-4078-A956-BA30B12556FD}"/>
              </a:ext>
            </a:extLst>
          </p:cNvPr>
          <p:cNvSpPr>
            <a:spLocks xmlns:a="http://schemas.openxmlformats.org/drawingml/2006/main" noGrp="1"/>
          </p:cNvSpPr>
          <p:nvPr/>
        </p:nvSpPr>
        <p:spPr>
          <a:xfrm xmlns:a="http://schemas.openxmlformats.org/drawingml/2006/main">
            <a:off x="82772" y="5533549"/>
            <a:ext cx="889921"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Extrovertiert</a:t>
            </a:r>
          </a:p>
        </p:txBody>
      </p:sp>
      <p:sp>
        <p:nvSpPr>
          <p:cNvPr id="59" name="Introvertiert">
            <a:extLst xmlns:a="http://schemas.openxmlformats.org/drawingml/2006/main">
              <a:ext uri="{FF2B5EF4-FFF2-40B4-BE49-F238E27FC236}">
                <a16:creationId xmlns:a16="http://schemas.microsoft.com/office/drawing/2014/main" id="{124657A9-77EC-40D8-B30E-DCE00AD3FC02}"/>
              </a:ext>
            </a:extLst>
          </p:cNvPr>
          <p:cNvSpPr>
            <a:spLocks xmlns:a="http://schemas.openxmlformats.org/drawingml/2006/main" noGrp="1"/>
          </p:cNvSpPr>
          <p:nvPr/>
        </p:nvSpPr>
        <p:spPr>
          <a:xfrm xmlns:a="http://schemas.openxmlformats.org/drawingml/2006/main">
            <a:off x="1388078" y="5537645"/>
            <a:ext cx="85267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Introvertiert</a:t>
            </a:r>
          </a:p>
        </p:txBody>
      </p:sp>
      <p:sp>
        <p:nvSpPr>
          <p:cNvPr id="60" name="Planer">
            <a:extLst xmlns:a="http://schemas.openxmlformats.org/drawingml/2006/main">
              <a:ext uri="{FF2B5EF4-FFF2-40B4-BE49-F238E27FC236}">
                <a16:creationId xmlns:a16="http://schemas.microsoft.com/office/drawing/2014/main" id="{D0FE18F3-FED4-4291-A264-345476A3EB02}"/>
              </a:ext>
            </a:extLst>
          </p:cNvPr>
          <p:cNvSpPr>
            <a:spLocks xmlns:a="http://schemas.openxmlformats.org/drawingml/2006/main" noGrp="1"/>
          </p:cNvSpPr>
          <p:nvPr/>
        </p:nvSpPr>
        <p:spPr>
          <a:xfrm xmlns:a="http://schemas.openxmlformats.org/drawingml/2006/main">
            <a:off x="77057" y="5893213"/>
            <a:ext cx="1022699"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000" b="0" spc="70">
                <a:solidFill>
                  <a:srgbClr val="FFFFFF"/>
                </a:solidFill>
                <a:latin typeface="Arial"/>
                <a:ea typeface="Arial"/>
                <a:cs typeface="Arial"/>
              </a:defRPr>
            </a:lvl1pPr>
          </a:lstStyle>
          <a:p xmlns:a="http://schemas.openxmlformats.org/drawingml/2006/main">
            <a:r>
              <a:t>Planer</a:t>
            </a:r>
          </a:p>
        </p:txBody>
      </p:sp>
      <p:sp>
        <p:nvSpPr>
          <p:cNvPr id="61" name="Spontan">
            <a:extLst xmlns:a="http://schemas.openxmlformats.org/drawingml/2006/main">
              <a:ext uri="{FF2B5EF4-FFF2-40B4-BE49-F238E27FC236}">
                <a16:creationId xmlns:a16="http://schemas.microsoft.com/office/drawing/2014/main" id="{88C99627-9916-45EB-B20F-0BCF83C38230}"/>
              </a:ext>
            </a:extLst>
          </p:cNvPr>
          <p:cNvSpPr>
            <a:spLocks xmlns:a="http://schemas.openxmlformats.org/drawingml/2006/main" noGrp="1"/>
          </p:cNvSpPr>
          <p:nvPr/>
        </p:nvSpPr>
        <p:spPr>
          <a:xfrm xmlns:a="http://schemas.openxmlformats.org/drawingml/2006/main">
            <a:off x="1566005" y="5893213"/>
            <a:ext cx="61245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Spontan</a:t>
            </a:r>
          </a:p>
        </p:txBody>
      </p:sp>
      <p:sp>
        <p:nvSpPr>
          <p:cNvPr id="62" name="Fühlen">
            <a:extLst xmlns:a="http://schemas.openxmlformats.org/drawingml/2006/main">
              <a:ext uri="{FF2B5EF4-FFF2-40B4-BE49-F238E27FC236}">
                <a16:creationId xmlns:a16="http://schemas.microsoft.com/office/drawing/2014/main" id="{6747BE4F-8950-43D7-92CD-F1E0184B75EA}"/>
              </a:ext>
            </a:extLst>
          </p:cNvPr>
          <p:cNvSpPr>
            <a:spLocks xmlns:a="http://schemas.openxmlformats.org/drawingml/2006/main" noGrp="1"/>
          </p:cNvSpPr>
          <p:nvPr/>
        </p:nvSpPr>
        <p:spPr>
          <a:xfrm xmlns:a="http://schemas.openxmlformats.org/drawingml/2006/main">
            <a:off x="1725644" y="6265355"/>
            <a:ext cx="69227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Fühlen</a:t>
            </a:r>
          </a:p>
        </p:txBody>
      </p:sp>
      <p:sp>
        <p:nvSpPr>
          <p:cNvPr id="63" name="Konservativ">
            <a:extLst xmlns:a="http://schemas.openxmlformats.org/drawingml/2006/main">
              <a:ext uri="{FF2B5EF4-FFF2-40B4-BE49-F238E27FC236}">
                <a16:creationId xmlns:a16="http://schemas.microsoft.com/office/drawing/2014/main" id="{5CA6DB11-9BCE-46D7-BD8F-B487B45784CC}"/>
              </a:ext>
            </a:extLst>
          </p:cNvPr>
          <p:cNvSpPr>
            <a:spLocks xmlns:a="http://schemas.openxmlformats.org/drawingml/2006/main" noGrp="1"/>
          </p:cNvSpPr>
          <p:nvPr/>
        </p:nvSpPr>
        <p:spPr>
          <a:xfrm xmlns:a="http://schemas.openxmlformats.org/drawingml/2006/main">
            <a:off x="82296" y="6663404"/>
            <a:ext cx="838486"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Konservativ</a:t>
            </a:r>
          </a:p>
        </p:txBody>
      </p:sp>
      <p:sp>
        <p:nvSpPr>
          <p:cNvPr id="64" name="Liberal">
            <a:extLst xmlns:a="http://schemas.openxmlformats.org/drawingml/2006/main">
              <a:ext uri="{FF2B5EF4-FFF2-40B4-BE49-F238E27FC236}">
                <a16:creationId xmlns:a16="http://schemas.microsoft.com/office/drawing/2014/main" id="{CBB632E1-2BE6-4B4E-8ECF-5009DEBD8877}"/>
              </a:ext>
            </a:extLst>
          </p:cNvPr>
          <p:cNvSpPr>
            <a:spLocks xmlns:a="http://schemas.openxmlformats.org/drawingml/2006/main" noGrp="1"/>
          </p:cNvSpPr>
          <p:nvPr/>
        </p:nvSpPr>
        <p:spPr>
          <a:xfrm xmlns:a="http://schemas.openxmlformats.org/drawingml/2006/main">
            <a:off x="1765078" y="6649879"/>
            <a:ext cx="519398"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Liberal</a:t>
            </a:r>
          </a:p>
        </p:txBody>
      </p:sp>
      <p:sp>
        <p:nvSpPr>
          <p:cNvPr id="65" name="Anführer">
            <a:extLst xmlns:a="http://schemas.openxmlformats.org/drawingml/2006/main">
              <a:ext uri="{FF2B5EF4-FFF2-40B4-BE49-F238E27FC236}">
                <a16:creationId xmlns:a16="http://schemas.microsoft.com/office/drawing/2014/main" id="{263BF284-5B72-4F84-A1D0-EB617316CB00}"/>
              </a:ext>
            </a:extLst>
          </p:cNvPr>
          <p:cNvSpPr>
            <a:spLocks xmlns:a="http://schemas.openxmlformats.org/drawingml/2006/main" noGrp="1"/>
          </p:cNvSpPr>
          <p:nvPr/>
        </p:nvSpPr>
        <p:spPr>
          <a:xfrm xmlns:a="http://schemas.openxmlformats.org/drawingml/2006/main">
            <a:off x="104394" y="7101364"/>
            <a:ext cx="647224"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Anführer</a:t>
            </a:r>
          </a:p>
        </p:txBody>
      </p:sp>
      <p:sp>
        <p:nvSpPr>
          <p:cNvPr id="66" name="Nachahmer">
            <a:extLst xmlns:a="http://schemas.openxmlformats.org/drawingml/2006/main">
              <a:ext uri="{FF2B5EF4-FFF2-40B4-BE49-F238E27FC236}">
                <a16:creationId xmlns:a16="http://schemas.microsoft.com/office/drawing/2014/main" id="{D5226E57-86B7-4C63-B917-4FDDC04A6B2B}"/>
              </a:ext>
            </a:extLst>
          </p:cNvPr>
          <p:cNvSpPr>
            <a:spLocks xmlns:a="http://schemas.openxmlformats.org/drawingml/2006/main" noGrp="1"/>
          </p:cNvSpPr>
          <p:nvPr/>
        </p:nvSpPr>
        <p:spPr>
          <a:xfrm xmlns:a="http://schemas.openxmlformats.org/drawingml/2006/main">
            <a:off x="1453706" y="7069741"/>
            <a:ext cx="839343"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Nachahmer</a:t>
            </a:r>
          </a:p>
        </p:txBody>
      </p:sp>
      <p:sp>
        <p:nvSpPr>
          <p:cNvPr id="67" name="Internet">
            <a:extLst xmlns:a="http://schemas.openxmlformats.org/drawingml/2006/main">
              <a:ext uri="{FF2B5EF4-FFF2-40B4-BE49-F238E27FC236}">
                <a16:creationId xmlns:a16="http://schemas.microsoft.com/office/drawing/2014/main" id="{74A13C56-17B0-4C31-9510-B5E300B78A64}"/>
              </a:ext>
            </a:extLst>
          </p:cNvPr>
          <p:cNvSpPr>
            <a:spLocks xmlns:a="http://schemas.openxmlformats.org/drawingml/2006/main" noGrp="1"/>
          </p:cNvSpPr>
          <p:nvPr/>
        </p:nvSpPr>
        <p:spPr>
          <a:xfrm xmlns:a="http://schemas.openxmlformats.org/drawingml/2006/main">
            <a:off x="101251" y="3669887"/>
            <a:ext cx="961930"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Technologie</a:t>
            </a:r>
          </a:p>
        </p:txBody>
      </p:sp>
      <p:sp>
        <p:nvSpPr>
          <p:cNvPr id="68" name="Software und Apps">
            <a:extLst xmlns:a="http://schemas.openxmlformats.org/drawingml/2006/main">
              <a:ext uri="{FF2B5EF4-FFF2-40B4-BE49-F238E27FC236}">
                <a16:creationId xmlns:a16="http://schemas.microsoft.com/office/drawing/2014/main" id="{3362B1B7-D87D-481B-BE54-011F77612331}"/>
              </a:ext>
            </a:extLst>
          </p:cNvPr>
          <p:cNvSpPr>
            <a:spLocks xmlns:a="http://schemas.openxmlformats.org/drawingml/2006/main" noGrp="1"/>
          </p:cNvSpPr>
          <p:nvPr/>
        </p:nvSpPr>
        <p:spPr>
          <a:xfrm xmlns:a="http://schemas.openxmlformats.org/drawingml/2006/main">
            <a:off x="110776" y="4049173"/>
            <a:ext cx="1337882"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Software und Apps</a:t>
            </a:r>
          </a:p>
        </p:txBody>
      </p:sp>
      <p:sp>
        <p:nvSpPr>
          <p:cNvPr id="70" name="Rechteck">
            <a:extLst xmlns:a="http://schemas.openxmlformats.org/drawingml/2006/main">
              <a:ext uri="{FF2B5EF4-FFF2-40B4-BE49-F238E27FC236}">
                <a16:creationId xmlns:a16="http://schemas.microsoft.com/office/drawing/2014/main" id="{5D8690B6-5E99-4750-88E0-64565D577282}"/>
              </a:ext>
            </a:extLst>
          </p:cNvPr>
          <p:cNvSpPr>
            <a:spLocks xmlns:a="http://schemas.openxmlformats.org/drawingml/2006/main" noGrp="1"/>
          </p:cNvSpPr>
          <p:nvPr/>
        </p:nvSpPr>
        <p:spPr>
          <a:xfrm xmlns:a="http://schemas.openxmlformats.org/drawingml/2006/main">
            <a:off x="104394" y="732329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1" name="Rechteck">
            <a:extLst xmlns:a="http://schemas.openxmlformats.org/drawingml/2006/main">
              <a:ext uri="{FF2B5EF4-FFF2-40B4-BE49-F238E27FC236}">
                <a16:creationId xmlns:a16="http://schemas.microsoft.com/office/drawing/2014/main" id="{32848BB3-5727-4D6A-A110-F633A76793A3}"/>
              </a:ext>
            </a:extLst>
          </p:cNvPr>
          <p:cNvSpPr>
            <a:spLocks xmlns:a="http://schemas.openxmlformats.org/drawingml/2006/main" noGrp="1"/>
          </p:cNvSpPr>
          <p:nvPr/>
        </p:nvSpPr>
        <p:spPr>
          <a:xfrm xmlns:a="http://schemas.openxmlformats.org/drawingml/2006/main">
            <a:off x="957263"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2" name="Rechteck">
            <a:extLst xmlns:a="http://schemas.openxmlformats.org/drawingml/2006/main">
              <a:ext uri="{FF2B5EF4-FFF2-40B4-BE49-F238E27FC236}">
                <a16:creationId xmlns:a16="http://schemas.microsoft.com/office/drawing/2014/main" id="{50062F09-FC3A-4349-86B5-36B0E542BC34}"/>
              </a:ext>
            </a:extLst>
          </p:cNvPr>
          <p:cNvSpPr>
            <a:spLocks xmlns:a="http://schemas.openxmlformats.org/drawingml/2006/main" noGrp="1"/>
          </p:cNvSpPr>
          <p:nvPr/>
        </p:nvSpPr>
        <p:spPr>
          <a:xfrm xmlns:a="http://schemas.openxmlformats.org/drawingml/2006/main">
            <a:off x="530828"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3" name="Rechteck">
            <a:extLst xmlns:a="http://schemas.openxmlformats.org/drawingml/2006/main">
              <a:ext uri="{FF2B5EF4-FFF2-40B4-BE49-F238E27FC236}">
                <a16:creationId xmlns:a16="http://schemas.microsoft.com/office/drawing/2014/main" id="{A73686BC-7D33-487D-A59D-B8A2614EC025}"/>
              </a:ext>
            </a:extLst>
          </p:cNvPr>
          <p:cNvSpPr>
            <a:spLocks xmlns:a="http://schemas.openxmlformats.org/drawingml/2006/main" noGrp="1"/>
          </p:cNvSpPr>
          <p:nvPr/>
        </p:nvSpPr>
        <p:spPr>
          <a:xfrm xmlns:a="http://schemas.openxmlformats.org/drawingml/2006/main">
            <a:off x="1383602"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4" name="Rechteck">
            <a:extLst xmlns:a="http://schemas.openxmlformats.org/drawingml/2006/main">
              <a:ext uri="{FF2B5EF4-FFF2-40B4-BE49-F238E27FC236}">
                <a16:creationId xmlns:a16="http://schemas.microsoft.com/office/drawing/2014/main" id="{2D768AB4-9B3F-4F96-A6FA-02EA6985981F}"/>
              </a:ext>
            </a:extLst>
          </p:cNvPr>
          <p:cNvSpPr>
            <a:spLocks xmlns:a="http://schemas.openxmlformats.org/drawingml/2006/main" noGrp="1"/>
          </p:cNvSpPr>
          <p:nvPr/>
        </p:nvSpPr>
        <p:spPr>
          <a:xfrm xmlns:a="http://schemas.openxmlformats.org/drawingml/2006/main">
            <a:off x="1810036" y="732329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6" name="Rechteck">
            <a:extLst xmlns:a="http://schemas.openxmlformats.org/drawingml/2006/main">
              <a:ext uri="{FF2B5EF4-FFF2-40B4-BE49-F238E27FC236}">
                <a16:creationId xmlns:a16="http://schemas.microsoft.com/office/drawing/2014/main" id="{2893C15A-D55F-48CF-81A6-F3AB22FFC2D2}"/>
              </a:ext>
            </a:extLst>
          </p:cNvPr>
          <p:cNvSpPr>
            <a:spLocks xmlns:a="http://schemas.openxmlformats.org/drawingml/2006/main" noGrp="1"/>
          </p:cNvSpPr>
          <p:nvPr/>
        </p:nvSpPr>
        <p:spPr>
          <a:xfrm xmlns:a="http://schemas.openxmlformats.org/drawingml/2006/main">
            <a:off x="104394"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7" name="Rechteck">
            <a:extLst xmlns:a="http://schemas.openxmlformats.org/drawingml/2006/main">
              <a:ext uri="{FF2B5EF4-FFF2-40B4-BE49-F238E27FC236}">
                <a16:creationId xmlns:a16="http://schemas.microsoft.com/office/drawing/2014/main" id="{894ED74E-0855-43C5-932B-565CB7C6450D}"/>
              </a:ext>
            </a:extLst>
          </p:cNvPr>
          <p:cNvSpPr>
            <a:spLocks xmlns:a="http://schemas.openxmlformats.org/drawingml/2006/main" noGrp="1"/>
          </p:cNvSpPr>
          <p:nvPr/>
        </p:nvSpPr>
        <p:spPr>
          <a:xfrm xmlns:a="http://schemas.openxmlformats.org/drawingml/2006/main">
            <a:off x="957263"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8" name="Rechteck">
            <a:extLst xmlns:a="http://schemas.openxmlformats.org/drawingml/2006/main">
              <a:ext uri="{FF2B5EF4-FFF2-40B4-BE49-F238E27FC236}">
                <a16:creationId xmlns:a16="http://schemas.microsoft.com/office/drawing/2014/main" id="{E07F87FB-4967-49CB-B94A-BAB21B47469C}"/>
              </a:ext>
            </a:extLst>
          </p:cNvPr>
          <p:cNvSpPr>
            <a:spLocks xmlns:a="http://schemas.openxmlformats.org/drawingml/2006/main" noGrp="1"/>
          </p:cNvSpPr>
          <p:nvPr/>
        </p:nvSpPr>
        <p:spPr>
          <a:xfrm xmlns:a="http://schemas.openxmlformats.org/drawingml/2006/main">
            <a:off x="530828"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79" name="Rechteck">
            <a:extLst xmlns:a="http://schemas.openxmlformats.org/drawingml/2006/main">
              <a:ext uri="{FF2B5EF4-FFF2-40B4-BE49-F238E27FC236}">
                <a16:creationId xmlns:a16="http://schemas.microsoft.com/office/drawing/2014/main" id="{C845B0A9-1EBA-4AEF-A447-6554E0DC703C}"/>
              </a:ext>
            </a:extLst>
          </p:cNvPr>
          <p:cNvSpPr>
            <a:spLocks xmlns:a="http://schemas.openxmlformats.org/drawingml/2006/main" noGrp="1"/>
          </p:cNvSpPr>
          <p:nvPr/>
        </p:nvSpPr>
        <p:spPr>
          <a:xfrm xmlns:a="http://schemas.openxmlformats.org/drawingml/2006/main">
            <a:off x="1383602" y="6915817"/>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0" name="Rechteck">
            <a:extLst xmlns:a="http://schemas.openxmlformats.org/drawingml/2006/main">
              <a:ext uri="{FF2B5EF4-FFF2-40B4-BE49-F238E27FC236}">
                <a16:creationId xmlns:a16="http://schemas.microsoft.com/office/drawing/2014/main" id="{163E74F4-C97B-4DEB-AB21-694386DCF696}"/>
              </a:ext>
            </a:extLst>
          </p:cNvPr>
          <p:cNvSpPr>
            <a:spLocks xmlns:a="http://schemas.openxmlformats.org/drawingml/2006/main" noGrp="1"/>
          </p:cNvSpPr>
          <p:nvPr/>
        </p:nvSpPr>
        <p:spPr>
          <a:xfrm xmlns:a="http://schemas.openxmlformats.org/drawingml/2006/main">
            <a:off x="1810036" y="6915817"/>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2" name="Rechteck">
            <a:extLst xmlns:a="http://schemas.openxmlformats.org/drawingml/2006/main">
              <a:ext uri="{FF2B5EF4-FFF2-40B4-BE49-F238E27FC236}">
                <a16:creationId xmlns:a16="http://schemas.microsoft.com/office/drawing/2014/main" id="{981752B2-BA7C-4625-B3BD-C21A8A17C794}"/>
              </a:ext>
            </a:extLst>
          </p:cNvPr>
          <p:cNvSpPr>
            <a:spLocks xmlns:a="http://schemas.openxmlformats.org/drawingml/2006/main" noGrp="1"/>
          </p:cNvSpPr>
          <p:nvPr/>
        </p:nvSpPr>
        <p:spPr>
          <a:xfrm xmlns:a="http://schemas.openxmlformats.org/drawingml/2006/main">
            <a:off x="104394"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3" name="Rechteck">
            <a:extLst xmlns:a="http://schemas.openxmlformats.org/drawingml/2006/main">
              <a:ext uri="{FF2B5EF4-FFF2-40B4-BE49-F238E27FC236}">
                <a16:creationId xmlns:a16="http://schemas.microsoft.com/office/drawing/2014/main" id="{4B4202E3-481A-4E89-91C4-A67D664BEEC1}"/>
              </a:ext>
            </a:extLst>
          </p:cNvPr>
          <p:cNvSpPr>
            <a:spLocks xmlns:a="http://schemas.openxmlformats.org/drawingml/2006/main" noGrp="1"/>
          </p:cNvSpPr>
          <p:nvPr/>
        </p:nvSpPr>
        <p:spPr>
          <a:xfrm xmlns:a="http://schemas.openxmlformats.org/drawingml/2006/main">
            <a:off x="957263"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4" name="Rechteck">
            <a:extLst xmlns:a="http://schemas.openxmlformats.org/drawingml/2006/main">
              <a:ext uri="{FF2B5EF4-FFF2-40B4-BE49-F238E27FC236}">
                <a16:creationId xmlns:a16="http://schemas.microsoft.com/office/drawing/2014/main" id="{F7E302B0-AEA3-4392-8C92-8B5FC3DDDD96}"/>
              </a:ext>
            </a:extLst>
          </p:cNvPr>
          <p:cNvSpPr>
            <a:spLocks xmlns:a="http://schemas.openxmlformats.org/drawingml/2006/main" noGrp="1"/>
          </p:cNvSpPr>
          <p:nvPr/>
        </p:nvSpPr>
        <p:spPr>
          <a:xfrm xmlns:a="http://schemas.openxmlformats.org/drawingml/2006/main">
            <a:off x="530828"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5" name="Rechteck">
            <a:extLst xmlns:a="http://schemas.openxmlformats.org/drawingml/2006/main">
              <a:ext uri="{FF2B5EF4-FFF2-40B4-BE49-F238E27FC236}">
                <a16:creationId xmlns:a16="http://schemas.microsoft.com/office/drawing/2014/main" id="{A8E1725A-20BE-4B0A-A477-341A0AF44666}"/>
              </a:ext>
            </a:extLst>
          </p:cNvPr>
          <p:cNvSpPr>
            <a:spLocks xmlns:a="http://schemas.openxmlformats.org/drawingml/2006/main" noGrp="1"/>
          </p:cNvSpPr>
          <p:nvPr/>
        </p:nvSpPr>
        <p:spPr>
          <a:xfrm xmlns:a="http://schemas.openxmlformats.org/drawingml/2006/main">
            <a:off x="1383602" y="6509195"/>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6" name="Rechteck">
            <a:extLst xmlns:a="http://schemas.openxmlformats.org/drawingml/2006/main">
              <a:ext uri="{FF2B5EF4-FFF2-40B4-BE49-F238E27FC236}">
                <a16:creationId xmlns:a16="http://schemas.microsoft.com/office/drawing/2014/main" id="{18BE0286-73B7-4FB5-BBC5-7D83BA983331}"/>
              </a:ext>
            </a:extLst>
          </p:cNvPr>
          <p:cNvSpPr>
            <a:spLocks xmlns:a="http://schemas.openxmlformats.org/drawingml/2006/main" noGrp="1"/>
          </p:cNvSpPr>
          <p:nvPr/>
        </p:nvSpPr>
        <p:spPr>
          <a:xfrm xmlns:a="http://schemas.openxmlformats.org/drawingml/2006/main">
            <a:off x="1810036" y="6509195"/>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87" name="Denken">
            <a:extLst xmlns:a="http://schemas.openxmlformats.org/drawingml/2006/main">
              <a:ext uri="{FF2B5EF4-FFF2-40B4-BE49-F238E27FC236}">
                <a16:creationId xmlns:a16="http://schemas.microsoft.com/office/drawing/2014/main" id="{B75F36B9-DE97-47B1-B92E-F3DD298050BB}"/>
              </a:ext>
            </a:extLst>
          </p:cNvPr>
          <p:cNvSpPr>
            <a:spLocks xmlns:a="http://schemas.openxmlformats.org/drawingml/2006/main" noGrp="1"/>
          </p:cNvSpPr>
          <p:nvPr/>
        </p:nvSpPr>
        <p:spPr>
          <a:xfrm xmlns:a="http://schemas.openxmlformats.org/drawingml/2006/main">
            <a:off x="83058" y="6264021"/>
            <a:ext cx="601599" cy="212312"/>
          </a:xfrm>
          <a:prstGeom xmlns:a="http://schemas.openxmlformats.org/drawingml/2006/main" prst="rect">
            <a:avLst/>
          </a:prstGeom>
          <a:ln xmlns:a="http://schemas.openxmlformats.org/drawingml/2006/main" w="3175"/>
        </p:spPr>
        <p:txBody>
          <a:bodyPr xmlns:a="http://schemas.openxmlformats.org/drawingml/2006/main" lIns="38100" tIns="38100" rIns="38100" bIns="38100" anchor="ctr"/>
          <a:lstStyle xmlns:a="http://schemas.openxmlformats.org/drawingml/2006/main">
            <a:lvl1pPr algn="l">
              <a:buNone/>
              <a:defRPr sz="1400" b="0" spc="70">
                <a:solidFill>
                  <a:srgbClr val="FFFFFF"/>
                </a:solidFill>
                <a:latin typeface="Futura"/>
                <a:ea typeface="Futura"/>
                <a:cs typeface="Futura"/>
              </a:defRPr>
            </a:lvl1pPr>
          </a:lstStyle>
          <a:p xmlns:a="http://schemas.openxmlformats.org/drawingml/2006/main">
            <a:r>
              <a:rPr sz="1000">
                <a:latin typeface="Arial"/>
                <a:ea typeface="Arial"/>
                <a:cs typeface="Arial"/>
              </a:rPr>
              <a:t>Denken</a:t>
            </a:r>
          </a:p>
        </p:txBody>
      </p:sp>
      <p:sp>
        <p:nvSpPr>
          <p:cNvPr id="89" name="Rechteck">
            <a:extLst xmlns:a="http://schemas.openxmlformats.org/drawingml/2006/main">
              <a:ext uri="{FF2B5EF4-FFF2-40B4-BE49-F238E27FC236}">
                <a16:creationId xmlns:a16="http://schemas.microsoft.com/office/drawing/2014/main" id="{A3C9F528-BB90-46BE-80DC-52099D74C9A6}"/>
              </a:ext>
            </a:extLst>
          </p:cNvPr>
          <p:cNvSpPr>
            <a:spLocks xmlns:a="http://schemas.openxmlformats.org/drawingml/2006/main" noGrp="1"/>
          </p:cNvSpPr>
          <p:nvPr/>
        </p:nvSpPr>
        <p:spPr>
          <a:xfrm xmlns:a="http://schemas.openxmlformats.org/drawingml/2006/main">
            <a:off x="104394"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0" name="Rechteck">
            <a:extLst xmlns:a="http://schemas.openxmlformats.org/drawingml/2006/main">
              <a:ext uri="{FF2B5EF4-FFF2-40B4-BE49-F238E27FC236}">
                <a16:creationId xmlns:a16="http://schemas.microsoft.com/office/drawing/2014/main" id="{97DF5059-236D-45CA-920E-3ACB08422480}"/>
              </a:ext>
            </a:extLst>
          </p:cNvPr>
          <p:cNvSpPr>
            <a:spLocks xmlns:a="http://schemas.openxmlformats.org/drawingml/2006/main" noGrp="1"/>
          </p:cNvSpPr>
          <p:nvPr/>
        </p:nvSpPr>
        <p:spPr>
          <a:xfrm xmlns:a="http://schemas.openxmlformats.org/drawingml/2006/main">
            <a:off x="943737"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1" name="Rechteck">
            <a:extLst xmlns:a="http://schemas.openxmlformats.org/drawingml/2006/main">
              <a:ext uri="{FF2B5EF4-FFF2-40B4-BE49-F238E27FC236}">
                <a16:creationId xmlns:a16="http://schemas.microsoft.com/office/drawing/2014/main" id="{A3204F46-9E27-4B78-B33E-F2E82A35F0E2}"/>
              </a:ext>
            </a:extLst>
          </p:cNvPr>
          <p:cNvSpPr>
            <a:spLocks xmlns:a="http://schemas.openxmlformats.org/drawingml/2006/main" noGrp="1"/>
          </p:cNvSpPr>
          <p:nvPr/>
        </p:nvSpPr>
        <p:spPr>
          <a:xfrm xmlns:a="http://schemas.openxmlformats.org/drawingml/2006/main">
            <a:off x="524066"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2" name="Rechteck">
            <a:extLst xmlns:a="http://schemas.openxmlformats.org/drawingml/2006/main">
              <a:ext uri="{FF2B5EF4-FFF2-40B4-BE49-F238E27FC236}">
                <a16:creationId xmlns:a16="http://schemas.microsoft.com/office/drawing/2014/main" id="{E3B81E32-966D-4D2B-9C5A-BDA5A15900F0}"/>
              </a:ext>
            </a:extLst>
          </p:cNvPr>
          <p:cNvSpPr>
            <a:spLocks xmlns:a="http://schemas.openxmlformats.org/drawingml/2006/main" noGrp="1"/>
          </p:cNvSpPr>
          <p:nvPr/>
        </p:nvSpPr>
        <p:spPr>
          <a:xfrm xmlns:a="http://schemas.openxmlformats.org/drawingml/2006/main">
            <a:off x="1363313" y="6128576"/>
            <a:ext cx="383762"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3" name="Rechteck">
            <a:extLst xmlns:a="http://schemas.openxmlformats.org/drawingml/2006/main">
              <a:ext uri="{FF2B5EF4-FFF2-40B4-BE49-F238E27FC236}">
                <a16:creationId xmlns:a16="http://schemas.microsoft.com/office/drawing/2014/main" id="{935711A5-2D3F-4D34-BA88-720C70F80BDC}"/>
              </a:ext>
            </a:extLst>
          </p:cNvPr>
          <p:cNvSpPr>
            <a:spLocks xmlns:a="http://schemas.openxmlformats.org/drawingml/2006/main" noGrp="1"/>
          </p:cNvSpPr>
          <p:nvPr/>
        </p:nvSpPr>
        <p:spPr>
          <a:xfrm xmlns:a="http://schemas.openxmlformats.org/drawingml/2006/main">
            <a:off x="1782985" y="6128576"/>
            <a:ext cx="383762"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5" name="Rechteck">
            <a:extLst xmlns:a="http://schemas.openxmlformats.org/drawingml/2006/main">
              <a:ext uri="{FF2B5EF4-FFF2-40B4-BE49-F238E27FC236}">
                <a16:creationId xmlns:a16="http://schemas.microsoft.com/office/drawing/2014/main" id="{E7AF644E-B7C8-48BA-9BC0-F16ED3FCD9BD}"/>
              </a:ext>
            </a:extLst>
          </p:cNvPr>
          <p:cNvSpPr>
            <a:spLocks xmlns:a="http://schemas.openxmlformats.org/drawingml/2006/main" noGrp="1"/>
          </p:cNvSpPr>
          <p:nvPr/>
        </p:nvSpPr>
        <p:spPr>
          <a:xfrm xmlns:a="http://schemas.openxmlformats.org/drawingml/2006/main">
            <a:off x="104394" y="5764339"/>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6" name="Rechteck">
            <a:extLst xmlns:a="http://schemas.openxmlformats.org/drawingml/2006/main">
              <a:ext uri="{FF2B5EF4-FFF2-40B4-BE49-F238E27FC236}">
                <a16:creationId xmlns:a16="http://schemas.microsoft.com/office/drawing/2014/main" id="{62CE3595-C01C-4834-B9EF-A74F8C8D0AAA}"/>
              </a:ext>
            </a:extLst>
          </p:cNvPr>
          <p:cNvSpPr>
            <a:spLocks xmlns:a="http://schemas.openxmlformats.org/drawingml/2006/main" noGrp="1"/>
          </p:cNvSpPr>
          <p:nvPr/>
        </p:nvSpPr>
        <p:spPr>
          <a:xfrm xmlns:a="http://schemas.openxmlformats.org/drawingml/2006/main">
            <a:off x="957263"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7" name="Rechteck">
            <a:extLst xmlns:a="http://schemas.openxmlformats.org/drawingml/2006/main">
              <a:ext uri="{FF2B5EF4-FFF2-40B4-BE49-F238E27FC236}">
                <a16:creationId xmlns:a16="http://schemas.microsoft.com/office/drawing/2014/main" id="{EBA9E952-394A-464C-AED1-2BAAE4332FA5}"/>
              </a:ext>
            </a:extLst>
          </p:cNvPr>
          <p:cNvSpPr>
            <a:spLocks xmlns:a="http://schemas.openxmlformats.org/drawingml/2006/main" noGrp="1"/>
          </p:cNvSpPr>
          <p:nvPr/>
        </p:nvSpPr>
        <p:spPr>
          <a:xfrm xmlns:a="http://schemas.openxmlformats.org/drawingml/2006/main">
            <a:off x="530828"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8" name="Rechteck">
            <a:extLst xmlns:a="http://schemas.openxmlformats.org/drawingml/2006/main">
              <a:ext uri="{FF2B5EF4-FFF2-40B4-BE49-F238E27FC236}">
                <a16:creationId xmlns:a16="http://schemas.microsoft.com/office/drawing/2014/main" id="{31BB97C8-DDB2-42E3-AA46-85C7FE8E76C7}"/>
              </a:ext>
            </a:extLst>
          </p:cNvPr>
          <p:cNvSpPr>
            <a:spLocks xmlns:a="http://schemas.openxmlformats.org/drawingml/2006/main" noGrp="1"/>
          </p:cNvSpPr>
          <p:nvPr/>
        </p:nvSpPr>
        <p:spPr>
          <a:xfrm xmlns:a="http://schemas.openxmlformats.org/drawingml/2006/main">
            <a:off x="1383602"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99" name="Rechteck">
            <a:extLst xmlns:a="http://schemas.openxmlformats.org/drawingml/2006/main">
              <a:ext uri="{FF2B5EF4-FFF2-40B4-BE49-F238E27FC236}">
                <a16:creationId xmlns:a16="http://schemas.microsoft.com/office/drawing/2014/main" id="{66614AE4-75B5-4E0E-9950-5155BD83585C}"/>
              </a:ext>
            </a:extLst>
          </p:cNvPr>
          <p:cNvSpPr>
            <a:spLocks xmlns:a="http://schemas.openxmlformats.org/drawingml/2006/main" noGrp="1"/>
          </p:cNvSpPr>
          <p:nvPr/>
        </p:nvSpPr>
        <p:spPr>
          <a:xfrm xmlns:a="http://schemas.openxmlformats.org/drawingml/2006/main">
            <a:off x="1810036" y="5764339"/>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1" name="Rechteck">
            <a:extLst xmlns:a="http://schemas.openxmlformats.org/drawingml/2006/main">
              <a:ext uri="{FF2B5EF4-FFF2-40B4-BE49-F238E27FC236}">
                <a16:creationId xmlns:a16="http://schemas.microsoft.com/office/drawing/2014/main" id="{93507A3D-06A4-4B77-9637-72FD4F3E3537}"/>
              </a:ext>
            </a:extLst>
          </p:cNvPr>
          <p:cNvSpPr>
            <a:spLocks xmlns:a="http://schemas.openxmlformats.org/drawingml/2006/main" noGrp="1"/>
          </p:cNvSpPr>
          <p:nvPr/>
        </p:nvSpPr>
        <p:spPr>
          <a:xfrm xmlns:a="http://schemas.openxmlformats.org/drawingml/2006/main">
            <a:off x="137541"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2" name="Rechteck">
            <a:extLst xmlns:a="http://schemas.openxmlformats.org/drawingml/2006/main">
              <a:ext uri="{FF2B5EF4-FFF2-40B4-BE49-F238E27FC236}">
                <a16:creationId xmlns:a16="http://schemas.microsoft.com/office/drawing/2014/main" id="{D4076C11-A33F-4679-B084-F0A7D36FD31E}"/>
              </a:ext>
            </a:extLst>
          </p:cNvPr>
          <p:cNvSpPr>
            <a:spLocks xmlns:a="http://schemas.openxmlformats.org/drawingml/2006/main" noGrp="1"/>
          </p:cNvSpPr>
          <p:nvPr/>
        </p:nvSpPr>
        <p:spPr>
          <a:xfrm xmlns:a="http://schemas.openxmlformats.org/drawingml/2006/main">
            <a:off x="990314"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3" name="Rechteck">
            <a:extLst xmlns:a="http://schemas.openxmlformats.org/drawingml/2006/main">
              <a:ext uri="{FF2B5EF4-FFF2-40B4-BE49-F238E27FC236}">
                <a16:creationId xmlns:a16="http://schemas.microsoft.com/office/drawing/2014/main" id="{ED584246-6A7F-4E47-861C-A0935E8FDAE0}"/>
              </a:ext>
            </a:extLst>
          </p:cNvPr>
          <p:cNvSpPr>
            <a:spLocks xmlns:a="http://schemas.openxmlformats.org/drawingml/2006/main" noGrp="1"/>
          </p:cNvSpPr>
          <p:nvPr/>
        </p:nvSpPr>
        <p:spPr>
          <a:xfrm xmlns:a="http://schemas.openxmlformats.org/drawingml/2006/main">
            <a:off x="563880" y="4329494"/>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4" name="Rechteck">
            <a:extLst xmlns:a="http://schemas.openxmlformats.org/drawingml/2006/main">
              <a:ext uri="{FF2B5EF4-FFF2-40B4-BE49-F238E27FC236}">
                <a16:creationId xmlns:a16="http://schemas.microsoft.com/office/drawing/2014/main" id="{C8E00D01-A25E-4123-B26F-465076D35C01}"/>
              </a:ext>
            </a:extLst>
          </p:cNvPr>
          <p:cNvSpPr>
            <a:spLocks xmlns:a="http://schemas.openxmlformats.org/drawingml/2006/main" noGrp="1"/>
          </p:cNvSpPr>
          <p:nvPr/>
        </p:nvSpPr>
        <p:spPr>
          <a:xfrm xmlns:a="http://schemas.openxmlformats.org/drawingml/2006/main">
            <a:off x="1416749" y="4329494"/>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5" name="Rechteck">
            <a:extLst xmlns:a="http://schemas.openxmlformats.org/drawingml/2006/main">
              <a:ext uri="{FF2B5EF4-FFF2-40B4-BE49-F238E27FC236}">
                <a16:creationId xmlns:a16="http://schemas.microsoft.com/office/drawing/2014/main" id="{EEDE575F-961E-46D4-A388-3C0627E5FE3E}"/>
              </a:ext>
            </a:extLst>
          </p:cNvPr>
          <p:cNvSpPr>
            <a:spLocks xmlns:a="http://schemas.openxmlformats.org/drawingml/2006/main" noGrp="1"/>
          </p:cNvSpPr>
          <p:nvPr/>
        </p:nvSpPr>
        <p:spPr>
          <a:xfrm xmlns:a="http://schemas.openxmlformats.org/drawingml/2006/main">
            <a:off x="1843088" y="4329494"/>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7" name="Rechteck">
            <a:extLst xmlns:a="http://schemas.openxmlformats.org/drawingml/2006/main">
              <a:ext uri="{FF2B5EF4-FFF2-40B4-BE49-F238E27FC236}">
                <a16:creationId xmlns:a16="http://schemas.microsoft.com/office/drawing/2014/main" id="{DFA6F396-E9EA-4F96-A4C7-C346F6D5B455}"/>
              </a:ext>
            </a:extLst>
          </p:cNvPr>
          <p:cNvSpPr>
            <a:spLocks xmlns:a="http://schemas.openxmlformats.org/drawingml/2006/main" noGrp="1"/>
          </p:cNvSpPr>
          <p:nvPr/>
        </p:nvSpPr>
        <p:spPr>
          <a:xfrm xmlns:a="http://schemas.openxmlformats.org/drawingml/2006/main">
            <a:off x="137541"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08" name="Rechteck">
            <a:extLst xmlns:a="http://schemas.openxmlformats.org/drawingml/2006/main">
              <a:ext uri="{FF2B5EF4-FFF2-40B4-BE49-F238E27FC236}">
                <a16:creationId xmlns:a16="http://schemas.microsoft.com/office/drawing/2014/main" id="{3BC10C83-EACE-4C25-B121-AD97099C3738}"/>
              </a:ext>
            </a:extLst>
          </p:cNvPr>
          <p:cNvSpPr>
            <a:spLocks xmlns:a="http://schemas.openxmlformats.org/drawingml/2006/main" noGrp="1"/>
          </p:cNvSpPr>
          <p:nvPr/>
        </p:nvSpPr>
        <p:spPr>
          <a:xfrm xmlns:a="http://schemas.openxmlformats.org/drawingml/2006/main">
            <a:off x="990314"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solidFill>
                <a:srgbClr val="C00000"/>
              </a:solidFill>
              <a:highlight>
                <a:srgbClr val="FFFF00"/>
              </a:highlight>
              <a:latin typeface="Arial"/>
              <a:ea typeface="Arial"/>
              <a:cs typeface="Arial"/>
            </a:endParaRPr>
          </a:p>
        </p:txBody>
      </p:sp>
      <p:sp>
        <p:nvSpPr>
          <p:cNvPr id="109" name="Rechteck">
            <a:extLst xmlns:a="http://schemas.openxmlformats.org/drawingml/2006/main">
              <a:ext uri="{FF2B5EF4-FFF2-40B4-BE49-F238E27FC236}">
                <a16:creationId xmlns:a16="http://schemas.microsoft.com/office/drawing/2014/main" id="{B2D4D5E2-C33A-4F28-8A32-64EE292584B7}"/>
              </a:ext>
            </a:extLst>
          </p:cNvPr>
          <p:cNvSpPr>
            <a:spLocks xmlns:a="http://schemas.openxmlformats.org/drawingml/2006/main" noGrp="1"/>
          </p:cNvSpPr>
          <p:nvPr/>
        </p:nvSpPr>
        <p:spPr>
          <a:xfrm xmlns:a="http://schemas.openxmlformats.org/drawingml/2006/main">
            <a:off x="563880" y="3930682"/>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0" name="Rechteck">
            <a:extLst xmlns:a="http://schemas.openxmlformats.org/drawingml/2006/main">
              <a:ext uri="{FF2B5EF4-FFF2-40B4-BE49-F238E27FC236}">
                <a16:creationId xmlns:a16="http://schemas.microsoft.com/office/drawing/2014/main" id="{AC58726F-89BA-4722-B4A8-B21637F6AFEC}"/>
              </a:ext>
            </a:extLst>
          </p:cNvPr>
          <p:cNvSpPr>
            <a:spLocks xmlns:a="http://schemas.openxmlformats.org/drawingml/2006/main" noGrp="1"/>
          </p:cNvSpPr>
          <p:nvPr/>
        </p:nvSpPr>
        <p:spPr>
          <a:xfrm xmlns:a="http://schemas.openxmlformats.org/drawingml/2006/main">
            <a:off x="1416749" y="3930682"/>
            <a:ext cx="389954" cy="45720"/>
          </a:xfrm>
          <a:prstGeom xmlns:a="http://schemas.openxmlformats.org/drawingml/2006/main" prst="rect">
            <a:avLst/>
          </a:prstGeom>
          <a:solidFill xmlns:a="http://schemas.openxmlformats.org/drawingml/2006/main">
            <a:schemeClr val="bg1"/>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solidFill>
                <a:srgbClr val="C00000"/>
              </a:solidFill>
              <a:latin typeface="Arial"/>
              <a:ea typeface="Arial"/>
              <a:cs typeface="Arial"/>
            </a:endParaRPr>
          </a:p>
        </p:txBody>
      </p:sp>
      <p:sp>
        <p:nvSpPr>
          <p:cNvPr id="111" name="Rechteck">
            <a:extLst xmlns:a="http://schemas.openxmlformats.org/drawingml/2006/main">
              <a:ext uri="{FF2B5EF4-FFF2-40B4-BE49-F238E27FC236}">
                <a16:creationId xmlns:a16="http://schemas.microsoft.com/office/drawing/2014/main" id="{4D4E692F-772A-48C3-B7F5-DFA9C52DB3D8}"/>
              </a:ext>
            </a:extLst>
          </p:cNvPr>
          <p:cNvSpPr>
            <a:spLocks xmlns:a="http://schemas.openxmlformats.org/drawingml/2006/main" noGrp="1"/>
          </p:cNvSpPr>
          <p:nvPr/>
        </p:nvSpPr>
        <p:spPr>
          <a:xfrm xmlns:a="http://schemas.openxmlformats.org/drawingml/2006/main">
            <a:off x="1843088" y="3930682"/>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3" name="Rechteck">
            <a:extLst xmlns:a="http://schemas.openxmlformats.org/drawingml/2006/main">
              <a:ext uri="{FF2B5EF4-FFF2-40B4-BE49-F238E27FC236}">
                <a16:creationId xmlns:a16="http://schemas.microsoft.com/office/drawing/2014/main" id="{00375B53-89A5-4B13-9B85-92BF41485641}"/>
              </a:ext>
            </a:extLst>
          </p:cNvPr>
          <p:cNvSpPr>
            <a:spLocks xmlns:a="http://schemas.openxmlformats.org/drawingml/2006/main" noGrp="1"/>
          </p:cNvSpPr>
          <p:nvPr/>
        </p:nvSpPr>
        <p:spPr>
          <a:xfrm xmlns:a="http://schemas.openxmlformats.org/drawingml/2006/main">
            <a:off x="137541" y="4671251"/>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4" name="Rechteck">
            <a:extLst xmlns:a="http://schemas.openxmlformats.org/drawingml/2006/main">
              <a:ext uri="{FF2B5EF4-FFF2-40B4-BE49-F238E27FC236}">
                <a16:creationId xmlns:a16="http://schemas.microsoft.com/office/drawing/2014/main" id="{813A41FF-9DF7-4115-B365-72A290DA0639}"/>
              </a:ext>
            </a:extLst>
          </p:cNvPr>
          <p:cNvSpPr>
            <a:spLocks xmlns:a="http://schemas.openxmlformats.org/drawingml/2006/main" noGrp="1"/>
          </p:cNvSpPr>
          <p:nvPr/>
        </p:nvSpPr>
        <p:spPr>
          <a:xfrm xmlns:a="http://schemas.openxmlformats.org/drawingml/2006/main">
            <a:off x="990314"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5" name="Rechteck">
            <a:extLst xmlns:a="http://schemas.openxmlformats.org/drawingml/2006/main">
              <a:ext uri="{FF2B5EF4-FFF2-40B4-BE49-F238E27FC236}">
                <a16:creationId xmlns:a16="http://schemas.microsoft.com/office/drawing/2014/main" id="{8575CC6F-4346-48F6-8E8F-7BA7CF11E1E0}"/>
              </a:ext>
            </a:extLst>
          </p:cNvPr>
          <p:cNvSpPr>
            <a:spLocks xmlns:a="http://schemas.openxmlformats.org/drawingml/2006/main" noGrp="1"/>
          </p:cNvSpPr>
          <p:nvPr/>
        </p:nvSpPr>
        <p:spPr>
          <a:xfrm xmlns:a="http://schemas.openxmlformats.org/drawingml/2006/main">
            <a:off x="563880"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6" name="Rechteck">
            <a:extLst xmlns:a="http://schemas.openxmlformats.org/drawingml/2006/main">
              <a:ext uri="{FF2B5EF4-FFF2-40B4-BE49-F238E27FC236}">
                <a16:creationId xmlns:a16="http://schemas.microsoft.com/office/drawing/2014/main" id="{1AF2C3AB-9733-44F9-9C20-A508BCB317BD}"/>
              </a:ext>
            </a:extLst>
          </p:cNvPr>
          <p:cNvSpPr>
            <a:spLocks xmlns:a="http://schemas.openxmlformats.org/drawingml/2006/main" noGrp="1"/>
          </p:cNvSpPr>
          <p:nvPr/>
        </p:nvSpPr>
        <p:spPr>
          <a:xfrm xmlns:a="http://schemas.openxmlformats.org/drawingml/2006/main">
            <a:off x="1416749"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7" name="Rechteck">
            <a:extLst xmlns:a="http://schemas.openxmlformats.org/drawingml/2006/main">
              <a:ext uri="{FF2B5EF4-FFF2-40B4-BE49-F238E27FC236}">
                <a16:creationId xmlns:a16="http://schemas.microsoft.com/office/drawing/2014/main" id="{14C5C638-E585-4A67-A7CC-F20C33B33C6F}"/>
              </a:ext>
            </a:extLst>
          </p:cNvPr>
          <p:cNvSpPr>
            <a:spLocks xmlns:a="http://schemas.openxmlformats.org/drawingml/2006/main" noGrp="1"/>
          </p:cNvSpPr>
          <p:nvPr/>
        </p:nvSpPr>
        <p:spPr>
          <a:xfrm xmlns:a="http://schemas.openxmlformats.org/drawingml/2006/main">
            <a:off x="1843088" y="4671251"/>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18" name="Persönlichkeit">
            <a:extLst xmlns:a="http://schemas.openxmlformats.org/drawingml/2006/main">
              <a:ext uri="{FF2B5EF4-FFF2-40B4-BE49-F238E27FC236}">
                <a16:creationId xmlns:a16="http://schemas.microsoft.com/office/drawing/2014/main" id="{F1333136-F1A8-4260-92BE-552F2B7CB04F}"/>
              </a:ext>
            </a:extLst>
          </p:cNvPr>
          <p:cNvSpPr>
            <a:spLocks xmlns:a="http://schemas.openxmlformats.org/drawingml/2006/main" noGrp="1"/>
          </p:cNvSpPr>
          <p:nvPr/>
        </p:nvSpPr>
        <p:spPr>
          <a:xfrm xmlns:a="http://schemas.openxmlformats.org/drawingml/2006/main">
            <a:off x="134303" y="4785551"/>
            <a:ext cx="1357217" cy="228600"/>
          </a:xfrm>
          <a:prstGeom xmlns:a="http://schemas.openxmlformats.org/drawingml/2006/main" prst="rect">
            <a:avLst/>
          </a:prstGeom>
          <a:ln xmlns:a="http://schemas.openxmlformats.org/drawingml/2006/main" w="3175"/>
        </p:spPr>
        <p:txBody>
          <a:bodyPr xmlns:a="http://schemas.openxmlformats.org/drawingml/2006/main" wrap="square" lIns="38100" tIns="38100" rIns="38100" bIns="38100" anchor="ctr">
            <a:spAutoFit/>
          </a:bodyPr>
          <a:lstStyle xmlns:a="http://schemas.openxmlformats.org/drawingml/2006/main">
            <a:lvl1pPr algn="l">
              <a:buNone/>
              <a:defRPr sz="2000" b="0" spc="100">
                <a:solidFill>
                  <a:srgbClr val="FFFFFF"/>
                </a:solidFill>
                <a:latin typeface="Futura"/>
                <a:ea typeface="Futura"/>
                <a:cs typeface="Futura"/>
              </a:defRPr>
            </a:lvl1pPr>
          </a:lstStyle>
          <a:p xmlns:a="http://schemas.openxmlformats.org/drawingml/2006/main">
            <a:r>
              <a:rPr sz="1000">
                <a:latin typeface="Arial"/>
                <a:ea typeface="Arial"/>
                <a:cs typeface="Arial"/>
              </a:rPr>
              <a:t>Social Network</a:t>
            </a:r>
          </a:p>
        </p:txBody>
      </p:sp>
      <p:sp>
        <p:nvSpPr>
          <p:cNvPr id="120" name="Rechteck">
            <a:extLst xmlns:a="http://schemas.openxmlformats.org/drawingml/2006/main">
              <a:ext uri="{FF2B5EF4-FFF2-40B4-BE49-F238E27FC236}">
                <a16:creationId xmlns:a16="http://schemas.microsoft.com/office/drawing/2014/main" id="{82877763-BFF5-457A-A6AF-6232ABA92FB1}"/>
              </a:ext>
            </a:extLst>
          </p:cNvPr>
          <p:cNvSpPr>
            <a:spLocks xmlns:a="http://schemas.openxmlformats.org/drawingml/2006/main" noGrp="1"/>
          </p:cNvSpPr>
          <p:nvPr/>
        </p:nvSpPr>
        <p:spPr>
          <a:xfrm xmlns:a="http://schemas.openxmlformats.org/drawingml/2006/main">
            <a:off x="137541" y="504872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1" name="Rechteck">
            <a:extLst xmlns:a="http://schemas.openxmlformats.org/drawingml/2006/main">
              <a:ext uri="{FF2B5EF4-FFF2-40B4-BE49-F238E27FC236}">
                <a16:creationId xmlns:a16="http://schemas.microsoft.com/office/drawing/2014/main" id="{8A2CD27C-2697-411B-8B68-CA001240C03D}"/>
              </a:ext>
            </a:extLst>
          </p:cNvPr>
          <p:cNvSpPr>
            <a:spLocks xmlns:a="http://schemas.openxmlformats.org/drawingml/2006/main" noGrp="1"/>
          </p:cNvSpPr>
          <p:nvPr/>
        </p:nvSpPr>
        <p:spPr>
          <a:xfrm xmlns:a="http://schemas.openxmlformats.org/drawingml/2006/main">
            <a:off x="990314"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2" name="Rechteck">
            <a:extLst xmlns:a="http://schemas.openxmlformats.org/drawingml/2006/main">
              <a:ext uri="{FF2B5EF4-FFF2-40B4-BE49-F238E27FC236}">
                <a16:creationId xmlns:a16="http://schemas.microsoft.com/office/drawing/2014/main" id="{993DFD79-B749-439C-AB0E-7D54E7EA0F1D}"/>
              </a:ext>
            </a:extLst>
          </p:cNvPr>
          <p:cNvSpPr>
            <a:spLocks xmlns:a="http://schemas.openxmlformats.org/drawingml/2006/main" noGrp="1"/>
          </p:cNvSpPr>
          <p:nvPr/>
        </p:nvSpPr>
        <p:spPr>
          <a:xfrm xmlns:a="http://schemas.openxmlformats.org/drawingml/2006/main">
            <a:off x="563880" y="5048726"/>
            <a:ext cx="389954" cy="45720"/>
          </a:xfrm>
          <a:prstGeom xmlns:a="http://schemas.openxmlformats.org/drawingml/2006/main" prst="rect">
            <a:avLst/>
          </a:prstGeom>
          <a:solidFill xmlns:a="http://schemas.openxmlformats.org/drawingml/2006/main">
            <a:srgbClr val="FF0000"/>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3" name="Rechteck">
            <a:extLst xmlns:a="http://schemas.openxmlformats.org/drawingml/2006/main">
              <a:ext uri="{FF2B5EF4-FFF2-40B4-BE49-F238E27FC236}">
                <a16:creationId xmlns:a16="http://schemas.microsoft.com/office/drawing/2014/main" id="{8AEFA1C4-374D-414C-835E-795152424B48}"/>
              </a:ext>
            </a:extLst>
          </p:cNvPr>
          <p:cNvSpPr>
            <a:spLocks xmlns:a="http://schemas.openxmlformats.org/drawingml/2006/main" noGrp="1"/>
          </p:cNvSpPr>
          <p:nvPr/>
        </p:nvSpPr>
        <p:spPr>
          <a:xfrm xmlns:a="http://schemas.openxmlformats.org/drawingml/2006/main">
            <a:off x="1416749"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4" name="Rechteck">
            <a:extLst xmlns:a="http://schemas.openxmlformats.org/drawingml/2006/main">
              <a:ext uri="{FF2B5EF4-FFF2-40B4-BE49-F238E27FC236}">
                <a16:creationId xmlns:a16="http://schemas.microsoft.com/office/drawing/2014/main" id="{F213A40E-63A3-4EFA-9928-B064883278CA}"/>
              </a:ext>
            </a:extLst>
          </p:cNvPr>
          <p:cNvSpPr>
            <a:spLocks xmlns:a="http://schemas.openxmlformats.org/drawingml/2006/main" noGrp="1"/>
          </p:cNvSpPr>
          <p:nvPr/>
        </p:nvSpPr>
        <p:spPr>
          <a:xfrm xmlns:a="http://schemas.openxmlformats.org/drawingml/2006/main">
            <a:off x="1843088" y="5048726"/>
            <a:ext cx="389954" cy="45720"/>
          </a:xfrm>
          <a:prstGeom xmlns:a="http://schemas.openxmlformats.org/drawingml/2006/main" prst="rect">
            <a:avLst/>
          </a:prstGeom>
          <a:solidFill xmlns:a="http://schemas.openxmlformats.org/drawingml/2006/main">
            <a:srgbClr val="FFFFFF"/>
          </a:solidFill>
          <a:ln xmlns:a="http://schemas.openxmlformats.org/drawingml/2006/main" w="3175">
            <a:noFill/>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buNone/>
              <a:defRPr sz="2800" b="0">
                <a:solidFill>
                  <a:srgbClr val="FFFFFF"/>
                </a:solidFill>
                <a:latin typeface="+mn-lt"/>
                <a:ea typeface="+mn-lt"/>
                <a:cs typeface="+mn-lt"/>
              </a:defRPr>
            </a:pPr>
            <a:endParaRPr sz="1000">
              <a:latin typeface="Arial"/>
              <a:ea typeface="Arial"/>
              <a:cs typeface="Arial"/>
            </a:endParaRPr>
          </a:p>
        </p:txBody>
      </p:sp>
      <p:sp>
        <p:nvSpPr>
          <p:cNvPr id="125" name="Rechteck">
            <a:extLst xmlns:a="http://schemas.openxmlformats.org/drawingml/2006/main">
              <a:ext uri="{FF2B5EF4-FFF2-40B4-BE49-F238E27FC236}">
                <a16:creationId xmlns:a16="http://schemas.microsoft.com/office/drawing/2014/main" id="{FB0FBFAF-C580-4C89-ACB6-131CCB98D2F8}"/>
              </a:ext>
            </a:extLst>
          </p:cNvPr>
          <p:cNvSpPr>
            <a:spLocks xmlns:a="http://schemas.openxmlformats.org/drawingml/2006/main" noGrp="1"/>
          </p:cNvSpPr>
          <p:nvPr/>
        </p:nvSpPr>
        <p:spPr>
          <a:xfrm xmlns:a="http://schemas.openxmlformats.org/drawingml/2006/main">
            <a:off x="0" y="1474661"/>
            <a:ext cx="2526030" cy="812483"/>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latin typeface="Arial"/>
              <a:ea typeface="Arial"/>
              <a:cs typeface="Arial"/>
            </a:endParaRPr>
          </a:p>
        </p:txBody>
      </p:sp>
      <p:sp>
        <p:nvSpPr>
          <p:cNvPr id="126" name="Alter">
            <a:extLst xmlns:a="http://schemas.openxmlformats.org/drawingml/2006/main">
              <a:ext uri="{FF2B5EF4-FFF2-40B4-BE49-F238E27FC236}">
                <a16:creationId xmlns:a16="http://schemas.microsoft.com/office/drawing/2014/main" id="{82D282F1-200E-47BC-AE96-45EF9528BF33}"/>
              </a:ext>
            </a:extLst>
          </p:cNvPr>
          <p:cNvSpPr>
            <a:spLocks xmlns:a="http://schemas.openxmlformats.org/drawingml/2006/main" noGrp="1"/>
          </p:cNvSpPr>
          <p:nvPr/>
        </p:nvSpPr>
        <p:spPr>
          <a:xfrm xmlns:a="http://schemas.openxmlformats.org/drawingml/2006/main">
            <a:off x="95250" y="1404652"/>
            <a:ext cx="2219325" cy="289560"/>
          </a:xfrm>
          <a:prstGeom xmlns:a="http://schemas.openxmlformats.org/drawingml/2006/main" prst="rect">
            <a:avLst/>
          </a:prstGeom>
          <a:ln xmlns:a="http://schemas.openxmlformats.org/drawingml/2006/main" w="3175"/>
        </p:spPr>
        <p:txBody>
          <a:bodyPr xmlns:a="http://schemas.openxmlformats.org/drawingml/2006/main" wrap="square" lIns="19050" tIns="19050" rIns="19050" bIns="19050" anchor="t">
            <a:spAutoFit/>
          </a:bodyPr>
          <a:lstStyle xmlns:a="http://schemas.openxmlformats.org/drawingml/2006/main">
            <a:defPPr>
              <a:defRPr sz="165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650">
                <a:solidFill>
                  <a:srgbClr val="132B3B"/>
                </a:solidFill>
                <a:latin typeface="Arial"/>
                <a:ea typeface="Arial"/>
                <a:cs typeface="Arial"/>
              </a:defRPr>
            </a:lvl2pPr>
            <a:lvl3pPr>
              <a:defRPr sz="1650">
                <a:solidFill>
                  <a:srgbClr val="132B3B"/>
                </a:solidFill>
                <a:latin typeface="Arial"/>
                <a:ea typeface="Arial"/>
                <a:cs typeface="Arial"/>
              </a:defRPr>
            </a:lvl3pPr>
            <a:lvl4pPr>
              <a:defRPr sz="1650">
                <a:solidFill>
                  <a:srgbClr val="132B3B"/>
                </a:solidFill>
                <a:latin typeface="Arial"/>
                <a:ea typeface="Arial"/>
                <a:cs typeface="Arial"/>
              </a:defRPr>
            </a:lvl4pPr>
            <a:lvl5pPr>
              <a:defRPr sz="1650">
                <a:solidFill>
                  <a:srgbClr val="132B3B"/>
                </a:solidFill>
                <a:latin typeface="Arial"/>
                <a:ea typeface="Arial"/>
                <a:cs typeface="Arial"/>
              </a:defRPr>
            </a:lvl5pPr>
            <a:lvl6pPr>
              <a:defRPr sz="1650">
                <a:solidFill>
                  <a:srgbClr val="132B3B"/>
                </a:solidFill>
                <a:latin typeface="Arial"/>
                <a:ea typeface="Arial"/>
                <a:cs typeface="Arial"/>
              </a:defRPr>
            </a:lvl6pPr>
            <a:lvl7pPr>
              <a:defRPr sz="1650">
                <a:solidFill>
                  <a:srgbClr val="132B3B"/>
                </a:solidFill>
                <a:latin typeface="Arial"/>
                <a:ea typeface="Arial"/>
                <a:cs typeface="Arial"/>
              </a:defRPr>
            </a:lvl7pPr>
            <a:lvl8pPr>
              <a:defRPr sz="1650">
                <a:solidFill>
                  <a:srgbClr val="132B3B"/>
                </a:solidFill>
                <a:latin typeface="Arial"/>
                <a:ea typeface="Arial"/>
                <a:cs typeface="Arial"/>
              </a:defRPr>
            </a:lvl8pPr>
            <a:lvl9pPr>
              <a:defRPr sz="1650">
                <a:solidFill>
                  <a:srgbClr val="132B3B"/>
                </a:solidFill>
                <a:latin typeface="Arial"/>
                <a:ea typeface="Arial"/>
                <a:cs typeface="Arial"/>
              </a:defRPr>
            </a:lvl9pPr>
          </a:lstStyle>
          <a:p xmlns:a="http://schemas.openxmlformats.org/drawingml/2006/main">
            <a:pPr>
              <a:defRPr sz="1650">
                <a:solidFill>
                  <a:srgbClr val="132B3B"/>
                </a:solidFill>
                <a:latin typeface="Arial"/>
                <a:ea typeface="Arial"/>
                <a:cs typeface="Arial"/>
              </a:defRPr>
            </a:pPr>
            <a:r>
              <a:rPr sz="1650">
                <a:solidFill>
                  <a:srgbClr val="132B3B"/>
                </a:solidFill>
                <a:latin typeface="Arial"/>
                <a:ea typeface="Arial"/>
                <a:cs typeface="Arial"/>
              </a:rPr>
              <a:t>Manuel Wenk</a:t>
            </a:r>
            <a:endParaRPr sz="2000">
              <a:latin typeface="Arial"/>
              <a:ea typeface="Arial"/>
              <a:cs typeface="Arial"/>
            </a:endParaRPr>
          </a:p>
        </p:txBody>
      </p:sp>
      <p:sp>
        <p:nvSpPr>
          <p:cNvPr id="127" name="Alter">
            <a:extLst xmlns:a="http://schemas.openxmlformats.org/drawingml/2006/main">
              <a:ext uri="{FF2B5EF4-FFF2-40B4-BE49-F238E27FC236}">
                <a16:creationId xmlns:a16="http://schemas.microsoft.com/office/drawing/2014/main" id="{11BB9D78-05FB-4E72-84FD-82AEFE511AA8}"/>
              </a:ext>
            </a:extLst>
          </p:cNvPr>
          <p:cNvSpPr>
            <a:spLocks xmlns:a="http://schemas.openxmlformats.org/drawingml/2006/main" noGrp="1"/>
          </p:cNvSpPr>
          <p:nvPr/>
        </p:nvSpPr>
        <p:spPr>
          <a:xfrm xmlns:a="http://schemas.openxmlformats.org/drawingml/2006/main">
            <a:off x="95250" y="1759268"/>
            <a:ext cx="1134237" cy="220980"/>
          </a:xfrm>
          <a:prstGeom xmlns:a="http://schemas.openxmlformats.org/drawingml/2006/main" prst="rect">
            <a:avLst/>
          </a:prstGeom>
          <a:ln xmlns:a="http://schemas.openxmlformats.org/drawingml/2006/main" w="3175"/>
        </p:spPr>
        <p:txBody>
          <a:bodyPr xmlns:a="http://schemas.openxmlformats.org/drawingml/2006/main" wrap="none" lIns="19050" tIns="19050" rIns="19050" bIns="19050" anchor="t">
            <a:spAutoFit/>
          </a:bodyPr>
          <a:lstStyle xmlns:a="http://schemas.openxmlformats.org/drawingml/2006/main">
            <a:defPPr>
              <a:defRPr sz="120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Bürokaufmann</a:t>
            </a:r>
            <a:endParaRPr sz="1200">
              <a:latin typeface="Arial"/>
              <a:ea typeface="Arial"/>
              <a:cs typeface="Arial"/>
            </a:endParaRPr>
          </a:p>
        </p:txBody>
      </p:sp>
      <p:sp>
        <p:nvSpPr>
          <p:cNvPr id="128" name="Alter">
            <a:extLst xmlns:a="http://schemas.openxmlformats.org/drawingml/2006/main">
              <a:ext uri="{FF2B5EF4-FFF2-40B4-BE49-F238E27FC236}">
                <a16:creationId xmlns:a16="http://schemas.microsoft.com/office/drawing/2014/main" id="{64604045-0650-4147-8288-58A2687C8947}"/>
              </a:ext>
            </a:extLst>
          </p:cNvPr>
          <p:cNvSpPr>
            <a:spLocks xmlns:a="http://schemas.openxmlformats.org/drawingml/2006/main" noGrp="1"/>
          </p:cNvSpPr>
          <p:nvPr/>
        </p:nvSpPr>
        <p:spPr>
          <a:xfrm xmlns:a="http://schemas.openxmlformats.org/drawingml/2006/main">
            <a:off x="95250" y="2025587"/>
            <a:ext cx="1556671" cy="220980"/>
          </a:xfrm>
          <a:prstGeom xmlns:a="http://schemas.openxmlformats.org/drawingml/2006/main" prst="rect">
            <a:avLst/>
          </a:prstGeom>
          <a:ln xmlns:a="http://schemas.openxmlformats.org/drawingml/2006/main" w="3175"/>
        </p:spPr>
        <p:txBody>
          <a:bodyPr xmlns:a="http://schemas.openxmlformats.org/drawingml/2006/main" wrap="none" lIns="19050" tIns="19050" rIns="19050" bIns="19050" anchor="t">
            <a:spAutoFit/>
          </a:bodyPr>
          <a:lstStyle xmlns:a="http://schemas.openxmlformats.org/drawingml/2006/main">
            <a:defPPr>
              <a:defRPr sz="1200">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Gelegenheitsspieler</a:t>
            </a:r>
          </a:p>
        </p:txBody>
      </p:sp>
      <p:sp>
        <p:nvSpPr>
          <p:cNvPr id="129" name="Rechteck">
            <a:extLst xmlns:a="http://schemas.openxmlformats.org/drawingml/2006/main">
              <a:ext uri="{FF2B5EF4-FFF2-40B4-BE49-F238E27FC236}">
                <a16:creationId xmlns:a16="http://schemas.microsoft.com/office/drawing/2014/main" id="{3F0810EF-5BC7-4BD1-8421-E11BF336FF35}"/>
              </a:ext>
            </a:extLst>
          </p:cNvPr>
          <p:cNvSpPr>
            <a:spLocks xmlns:a="http://schemas.openxmlformats.org/drawingml/2006/main" noGrp="1"/>
          </p:cNvSpPr>
          <p:nvPr/>
        </p:nvSpPr>
        <p:spPr>
          <a:xfrm xmlns:a="http://schemas.openxmlformats.org/drawingml/2006/main">
            <a:off x="2565845" y="737140"/>
            <a:ext cx="4292156" cy="633317"/>
          </a:xfrm>
          <a:prstGeom xmlns:a="http://schemas.openxmlformats.org/drawingml/2006/main" prst="rect">
            <a:avLst/>
          </a:prstGeom>
          <a:solidFill xmlns:a="http://schemas.openxmlformats.org/drawingml/2006/main">
            <a:srgbClr val="92E2FF"/>
          </a:solidFill>
          <a:ln xmlns:a="http://schemas.openxmlformats.org/drawingml/2006/main" w="3175"/>
        </p:spPr>
        <p:txBody>
          <a:bodyPr xmlns:a="http://schemas.openxmlformats.org/drawingml/2006/main" lIns="38100" tIns="38100" rIns="38100" bIns="38100" anchor="ctr"/>
          <a:lstStyle xmlns:a="http://schemas.openxmlformats.org/drawingml/2006/main"/>
          <a:p xmlns:a="http://schemas.openxmlformats.org/drawingml/2006/main">
            <a:endParaRPr sz="2800">
              <a:solidFill>
                <a:srgbClr val="FFFFFF"/>
              </a:solidFill>
              <a:latin typeface="Arial"/>
              <a:ea typeface="Arial"/>
              <a:cs typeface="Arial"/>
            </a:endParaRPr>
          </a:p>
        </p:txBody>
      </p:sp>
      <p:sp>
        <p:nvSpPr>
          <p:cNvPr id="42" name="Alter">
            <a:extLst xmlns:a="http://schemas.openxmlformats.org/drawingml/2006/main">
              <a:ext uri="{FF2B5EF4-FFF2-40B4-BE49-F238E27FC236}">
                <a16:creationId xmlns:a16="http://schemas.microsoft.com/office/drawing/2014/main" id="{E9D5841D-B961-4677-ADD2-ED747BCE5EF2}"/>
              </a:ext>
            </a:extLst>
          </p:cNvPr>
          <p:cNvSpPr>
            <a:spLocks xmlns:a="http://schemas.openxmlformats.org/drawingml/2006/main" noGrp="1"/>
          </p:cNvSpPr>
          <p:nvPr/>
        </p:nvSpPr>
        <p:spPr>
          <a:xfrm xmlns:a="http://schemas.openxmlformats.org/drawingml/2006/main">
            <a:off x="2724150" y="990600"/>
            <a:ext cx="11430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38</a:t>
            </a:r>
          </a:p>
        </p:txBody>
      </p:sp>
      <p:sp>
        <p:nvSpPr>
          <p:cNvPr id="43" name="Wohnort">
            <a:extLst xmlns:a="http://schemas.openxmlformats.org/drawingml/2006/main">
              <a:ext uri="{FF2B5EF4-FFF2-40B4-BE49-F238E27FC236}">
                <a16:creationId xmlns:a16="http://schemas.microsoft.com/office/drawing/2014/main" id="{B4B6DA3A-CE7A-4C1A-82F7-A06F4FEF286E}"/>
              </a:ext>
            </a:extLst>
          </p:cNvPr>
          <p:cNvSpPr>
            <a:spLocks xmlns:a="http://schemas.openxmlformats.org/drawingml/2006/main" noGrp="1"/>
          </p:cNvSpPr>
          <p:nvPr/>
        </p:nvSpPr>
        <p:spPr>
          <a:xfrm xmlns:a="http://schemas.openxmlformats.org/drawingml/2006/main">
            <a:off x="3962400" y="990600"/>
            <a:ext cx="12954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Bern</a:t>
            </a:r>
          </a:p>
        </p:txBody>
      </p:sp>
      <p:sp>
        <p:nvSpPr>
          <p:cNvPr id="44" name="Familienstatus">
            <a:extLst xmlns:a="http://schemas.openxmlformats.org/drawingml/2006/main">
              <a:ext uri="{FF2B5EF4-FFF2-40B4-BE49-F238E27FC236}">
                <a16:creationId xmlns:a16="http://schemas.microsoft.com/office/drawing/2014/main" id="{0EAEA570-8D74-43FC-8C79-3B6AD5E1ABED}"/>
              </a:ext>
            </a:extLst>
          </p:cNvPr>
          <p:cNvSpPr>
            <a:spLocks xmlns:a="http://schemas.openxmlformats.org/drawingml/2006/main" noGrp="1"/>
          </p:cNvSpPr>
          <p:nvPr/>
        </p:nvSpPr>
        <p:spPr>
          <a:xfrm xmlns:a="http://schemas.openxmlformats.org/drawingml/2006/main">
            <a:off x="5314950" y="990600"/>
            <a:ext cx="1333500" cy="2857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998">
                <a:solidFill>
                  <a:srgbClr val="132B3B"/>
                </a:solidFill>
                <a:latin typeface="Arial"/>
                <a:ea typeface="Arial"/>
                <a:cs typeface="Arial"/>
              </a:defRPr>
            </a:defPPr>
            <a:lvl1pPr algn="l">
              <a:buNone/>
              <a:defRPr sz="1500" b="0" spc="75">
                <a:solidFill>
                  <a:srgbClr val="FFFFFF"/>
                </a:solidFill>
                <a:latin typeface="Futura"/>
                <a:ea typeface="Futura"/>
                <a:cs typeface="Futura"/>
              </a:defRPr>
            </a:lvl1pPr>
            <a:lvl2pPr>
              <a:defRPr sz="998">
                <a:solidFill>
                  <a:srgbClr val="132B3B"/>
                </a:solidFill>
                <a:latin typeface="Arial"/>
                <a:ea typeface="Arial"/>
                <a:cs typeface="Arial"/>
              </a:defRPr>
            </a:lvl2pPr>
            <a:lvl3pPr>
              <a:defRPr sz="998">
                <a:solidFill>
                  <a:srgbClr val="132B3B"/>
                </a:solidFill>
                <a:latin typeface="Arial"/>
                <a:ea typeface="Arial"/>
                <a:cs typeface="Arial"/>
              </a:defRPr>
            </a:lvl3pPr>
            <a:lvl4pPr>
              <a:defRPr sz="998">
                <a:solidFill>
                  <a:srgbClr val="132B3B"/>
                </a:solidFill>
                <a:latin typeface="Arial"/>
                <a:ea typeface="Arial"/>
                <a:cs typeface="Arial"/>
              </a:defRPr>
            </a:lvl4pPr>
            <a:lvl5pPr>
              <a:defRPr sz="998">
                <a:solidFill>
                  <a:srgbClr val="132B3B"/>
                </a:solidFill>
                <a:latin typeface="Arial"/>
                <a:ea typeface="Arial"/>
                <a:cs typeface="Arial"/>
              </a:defRPr>
            </a:lvl5pPr>
            <a:lvl6pPr>
              <a:defRPr sz="998">
                <a:solidFill>
                  <a:srgbClr val="132B3B"/>
                </a:solidFill>
                <a:latin typeface="Arial"/>
                <a:ea typeface="Arial"/>
                <a:cs typeface="Arial"/>
              </a:defRPr>
            </a:lvl6pPr>
            <a:lvl7pPr>
              <a:defRPr sz="998">
                <a:solidFill>
                  <a:srgbClr val="132B3B"/>
                </a:solidFill>
                <a:latin typeface="Arial"/>
                <a:ea typeface="Arial"/>
                <a:cs typeface="Arial"/>
              </a:defRPr>
            </a:lvl7pPr>
            <a:lvl8pPr>
              <a:defRPr sz="998">
                <a:solidFill>
                  <a:srgbClr val="132B3B"/>
                </a:solidFill>
                <a:latin typeface="Arial"/>
                <a:ea typeface="Arial"/>
                <a:cs typeface="Arial"/>
              </a:defRPr>
            </a:lvl8pPr>
            <a:lvl9pPr>
              <a:defRPr sz="998">
                <a:solidFill>
                  <a:srgbClr val="132B3B"/>
                </a:solidFill>
                <a:latin typeface="Arial"/>
                <a:ea typeface="Arial"/>
                <a:cs typeface="Arial"/>
              </a:defRPr>
            </a:lvl9pPr>
          </a:lstStyle>
          <a:p xmlns:a="http://schemas.openxmlformats.org/drawingml/2006/main">
            <a:pPr>
              <a:defRPr sz="998">
                <a:solidFill>
                  <a:srgbClr val="132B3B"/>
                </a:solidFill>
                <a:latin typeface="Arial"/>
                <a:ea typeface="Arial"/>
                <a:cs typeface="Arial"/>
              </a:defRPr>
            </a:pPr>
            <a:r>
              <a:rPr sz="998">
                <a:solidFill>
                  <a:srgbClr val="132B3B"/>
                </a:solidFill>
                <a:latin typeface="Arial"/>
                <a:ea typeface="Arial"/>
                <a:cs typeface="Arial"/>
              </a:rPr>
              <a:t>Single</a:t>
            </a:r>
          </a:p>
        </p:txBody>
      </p:sp>
      <p:sp>
        <p:nvSpPr>
          <p:cNvPr id="130" name="Alter">
            <a:extLst xmlns:a="http://schemas.openxmlformats.org/drawingml/2006/main">
              <a:ext uri="{FF2B5EF4-FFF2-40B4-BE49-F238E27FC236}">
                <a16:creationId xmlns:a16="http://schemas.microsoft.com/office/drawing/2014/main" id="{F5FC5F0C-C18F-4BAA-A0B3-F18DFEB8F87B}"/>
              </a:ext>
            </a:extLst>
          </p:cNvPr>
          <p:cNvSpPr>
            <a:spLocks xmlns:a="http://schemas.openxmlformats.org/drawingml/2006/main" noGrp="1"/>
          </p:cNvSpPr>
          <p:nvPr/>
        </p:nvSpPr>
        <p:spPr>
          <a:xfrm xmlns:a="http://schemas.openxmlformats.org/drawingml/2006/main">
            <a:off x="1002697" y="1128808"/>
            <a:ext cx="358902" cy="25908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lgn="l">
              <a:buNone/>
              <a:defRPr sz="1500" b="0" spc="75">
                <a:solidFill>
                  <a:srgbClr val="FFFFFF"/>
                </a:solidFill>
                <a:latin typeface="Futura"/>
                <a:ea typeface="Futura"/>
                <a:cs typeface="Futura"/>
              </a:defRPr>
            </a:lvl1pPr>
          </a:lstStyle>
          <a:p xmlns:a="http://schemas.openxmlformats.org/drawingml/2006/main">
            <a:r>
              <a:rPr sz="1200">
                <a:latin typeface="Arial"/>
                <a:ea typeface="Arial"/>
                <a:cs typeface="Arial"/>
              </a:rPr>
              <a:t>Bild</a:t>
            </a:r>
          </a:p>
        </p:txBody>
      </p:sp>
      <p:sp>
        <p:nvSpPr>
          <p:cNvPr id="133" name="Digitale Fähigkeiten">
            <a:extLst xmlns:a="http://schemas.openxmlformats.org/drawingml/2006/main">
              <a:ext uri="{FF2B5EF4-FFF2-40B4-BE49-F238E27FC236}">
                <a16:creationId xmlns:a16="http://schemas.microsoft.com/office/drawing/2014/main" id="{95639156-22EA-4C71-9604-82EE6697CA59}"/>
              </a:ext>
            </a:extLst>
          </p:cNvPr>
          <p:cNvSpPr>
            <a:spLocks xmlns:a="http://schemas.openxmlformats.org/drawingml/2006/main" noGrp="1"/>
          </p:cNvSpPr>
          <p:nvPr/>
        </p:nvSpPr>
        <p:spPr>
          <a:xfrm xmlns:a="http://schemas.openxmlformats.org/drawingml/2006/main">
            <a:off x="106013" y="3408617"/>
            <a:ext cx="1878933"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Digitale Fähigkeiten</a:t>
            </a:r>
          </a:p>
        </p:txBody>
      </p:sp>
      <p:sp>
        <p:nvSpPr>
          <p:cNvPr id="137" name="Digitale Fähigkeiten">
            <a:extLst xmlns:a="http://schemas.openxmlformats.org/drawingml/2006/main">
              <a:ext uri="{FF2B5EF4-FFF2-40B4-BE49-F238E27FC236}">
                <a16:creationId xmlns:a16="http://schemas.microsoft.com/office/drawing/2014/main" id="{CC16A71D-C474-48D6-B981-443BBB56BFFC}"/>
              </a:ext>
            </a:extLst>
          </p:cNvPr>
          <p:cNvSpPr>
            <a:spLocks xmlns:a="http://schemas.openxmlformats.org/drawingml/2006/main" noGrp="1"/>
          </p:cNvSpPr>
          <p:nvPr/>
        </p:nvSpPr>
        <p:spPr>
          <a:xfrm xmlns:a="http://schemas.openxmlformats.org/drawingml/2006/main">
            <a:off x="79915" y="5241798"/>
            <a:ext cx="1347915"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Persönlichkeit</a:t>
            </a:r>
          </a:p>
        </p:txBody>
      </p:sp>
      <p:sp>
        <p:nvSpPr>
          <p:cNvPr id="142" name="„Kurzbeschreibung in Form eines Zitats. Wie würde sich unsere Persona selbst beschreiben?“">
            <a:extLst xmlns:a="http://schemas.openxmlformats.org/drawingml/2006/main">
              <a:ext uri="{FF2B5EF4-FFF2-40B4-BE49-F238E27FC236}">
                <a16:creationId xmlns:a16="http://schemas.microsoft.com/office/drawing/2014/main" id="{BBBCFEF8-EC0F-4D66-8148-8817A5F7ECFA}"/>
              </a:ext>
            </a:extLst>
          </p:cNvPr>
          <p:cNvSpPr>
            <a:spLocks xmlns:a="http://schemas.openxmlformats.org/drawingml/2006/main" noGrp="1"/>
          </p:cNvSpPr>
          <p:nvPr/>
        </p:nvSpPr>
        <p:spPr>
          <a:xfrm xmlns:a="http://schemas.openxmlformats.org/drawingml/2006/main">
            <a:off x="2724150" y="190500"/>
            <a:ext cx="3905250" cy="60960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200" b="0">
                <a:solidFill>
                  <a:srgbClr val="132B3B"/>
                </a:solidFill>
                <a:latin typeface="Avenir Book Oblique"/>
                <a:ea typeface="Avenir Book Oblique"/>
                <a:cs typeface="Avenir Book Oblique"/>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„Beim Roulette möchte ich mehrere Chancen kombinieren.“</a:t>
            </a:r>
          </a:p>
        </p:txBody>
      </p:sp>
      <p:sp>
        <p:nvSpPr>
          <p:cNvPr id="146" name="Szenario/Bio">
            <a:extLst xmlns:a="http://schemas.openxmlformats.org/drawingml/2006/main">
              <a:ext uri="{FF2B5EF4-FFF2-40B4-BE49-F238E27FC236}">
                <a16:creationId xmlns:a16="http://schemas.microsoft.com/office/drawing/2014/main" id="{2EA78725-E414-45A0-B0B0-77706EA3C96E}"/>
              </a:ext>
            </a:extLst>
          </p:cNvPr>
          <p:cNvSpPr>
            <a:spLocks xmlns:a="http://schemas.openxmlformats.org/drawingml/2006/main" noGrp="1"/>
          </p:cNvSpPr>
          <p:nvPr/>
        </p:nvSpPr>
        <p:spPr>
          <a:xfrm xmlns:a="http://schemas.openxmlformats.org/drawingml/2006/main">
            <a:off x="2599373" y="1356265"/>
            <a:ext cx="1740408" cy="25908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Szenario/Bio</a:t>
            </a:r>
          </a:p>
        </p:txBody>
      </p:sp>
      <p:sp>
        <p:nvSpPr>
          <p:cNvPr id="158"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2A108906-8453-449A-9AC4-F3A016E1F1C2}"/>
              </a:ext>
            </a:extLst>
          </p:cNvPr>
          <p:cNvSpPr>
            <a:spLocks xmlns:a="http://schemas.openxmlformats.org/drawingml/2006/main" noGrp="1"/>
          </p:cNvSpPr>
          <p:nvPr/>
        </p:nvSpPr>
        <p:spPr>
          <a:xfrm xmlns:a="http://schemas.openxmlformats.org/drawingml/2006/main">
            <a:off x="2613851" y="2003584"/>
            <a:ext cx="4244150" cy="62484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Manuel ist 38, arbeitet als Bürokaufmann in Bern und spielt in kurzen Pausen gelegentlich Roulette. Er plant seine Einsätze und möchte seine Jetons auf mehrere Chancen verteilen.</a:t>
            </a:r>
          </a:p>
        </p:txBody>
      </p:sp>
      <p:pic>
        <p:nvPicPr>
          <p:cNvPr id="294" name="Grafik 160">
            <a:extLst xmlns:a="http://schemas.openxmlformats.org/drawingml/2006/main">
              <a:ext uri="{FF2B5EF4-FFF2-40B4-BE49-F238E27FC236}">
                <a16:creationId xmlns:a16="http://schemas.microsoft.com/office/drawing/2014/main" id="{B7C40560-DAEA-4CD6-B588-B36B6B138F41}"/>
              </a:ext>
            </a:extLst>
          </p:cNvPr>
          <p:cNvPicPr>
            <a:picLocks xmlns:a="http://schemas.openxmlformats.org/drawingml/2006/main" noChangeAspect="1"/>
          </p:cNvPicPr>
          <p:nvPr/>
        </p:nvPicPr>
        <p:blipFill>
          <a:blip xmlns:r="http://schemas.openxmlformats.org/officeDocument/2006/relationships" xmlns:a="http://schemas.openxmlformats.org/drawingml/2006/main" r:embed="Ra16d8153674c4333"/>
          <a:stretch xmlns:a="http://schemas.openxmlformats.org/drawingml/2006/main">
            <a:fillRect l="0" t="0" r="0" b="0"/>
          </a:stretch>
        </p:blipFill>
        <p:spPr>
          <a:xfrm xmlns:a="http://schemas.openxmlformats.org/drawingml/2006/main">
            <a:off x="199459" y="7886105"/>
            <a:ext cx="361188" cy="361188"/>
          </a:xfrm>
          <a:prstGeom xmlns:a="http://schemas.openxmlformats.org/drawingml/2006/main" prst="rect">
            <a:avLst/>
          </a:prstGeom>
        </p:spPr>
      </p:pic>
      <p:pic>
        <p:nvPicPr>
          <p:cNvPr id="295" name="Grafik 162">
            <a:extLst xmlns:a="http://schemas.openxmlformats.org/drawingml/2006/main">
              <a:ext uri="{FF2B5EF4-FFF2-40B4-BE49-F238E27FC236}">
                <a16:creationId xmlns:a16="http://schemas.microsoft.com/office/drawing/2014/main" id="{CAD501FA-14C4-4E51-9F15-C2799B4F2B1E}"/>
              </a:ext>
            </a:extLst>
          </p:cNvPr>
          <p:cNvPicPr>
            <a:picLocks xmlns:a="http://schemas.openxmlformats.org/drawingml/2006/main" noChangeAspect="1"/>
          </p:cNvPicPr>
          <p:nvPr/>
        </p:nvPicPr>
        <p:blipFill>
          <a:blip xmlns:r="http://schemas.openxmlformats.org/officeDocument/2006/relationships" xmlns:a="http://schemas.openxmlformats.org/drawingml/2006/main" r:embed="Rcc3062a57fee4eff"/>
          <a:stretch xmlns:a="http://schemas.openxmlformats.org/drawingml/2006/main">
            <a:fillRect l="0" t="0" r="0" b="0"/>
          </a:stretch>
        </p:blipFill>
        <p:spPr>
          <a:xfrm xmlns:a="http://schemas.openxmlformats.org/drawingml/2006/main">
            <a:off x="626967" y="7892982"/>
            <a:ext cx="361188" cy="361188"/>
          </a:xfrm>
          <a:prstGeom xmlns:a="http://schemas.openxmlformats.org/drawingml/2006/main" prst="rect">
            <a:avLst/>
          </a:prstGeom>
        </p:spPr>
      </p:pic>
      <p:sp>
        <p:nvSpPr>
          <p:cNvPr id="170" name="Digitale Fähigkeiten">
            <a:extLst xmlns:a="http://schemas.openxmlformats.org/drawingml/2006/main">
              <a:ext uri="{FF2B5EF4-FFF2-40B4-BE49-F238E27FC236}">
                <a16:creationId xmlns:a16="http://schemas.microsoft.com/office/drawing/2014/main" id="{821DEF16-F116-4C22-BE2F-DF356BBE6A40}"/>
              </a:ext>
            </a:extLst>
          </p:cNvPr>
          <p:cNvSpPr>
            <a:spLocks xmlns:a="http://schemas.openxmlformats.org/drawingml/2006/main" noGrp="1"/>
          </p:cNvSpPr>
          <p:nvPr/>
        </p:nvSpPr>
        <p:spPr>
          <a:xfrm xmlns:a="http://schemas.openxmlformats.org/drawingml/2006/main">
            <a:off x="100203" y="2325719"/>
            <a:ext cx="1152080"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Technologie</a:t>
            </a:r>
          </a:p>
        </p:txBody>
      </p:sp>
      <p:pic>
        <p:nvPicPr>
          <p:cNvPr id="297" name="Grafik 173">
            <a:extLst xmlns:a="http://schemas.openxmlformats.org/drawingml/2006/main">
              <a:ext uri="{FF2B5EF4-FFF2-40B4-BE49-F238E27FC236}">
                <a16:creationId xmlns:a16="http://schemas.microsoft.com/office/drawing/2014/main" id="{531FB5D9-5F05-4708-94AB-B83EF6237AEF}"/>
              </a:ext>
            </a:extLst>
          </p:cNvPr>
          <p:cNvPicPr>
            <a:picLocks xmlns:a="http://schemas.openxmlformats.org/drawingml/2006/main" noChangeAspect="1"/>
          </p:cNvPicPr>
          <p:nvPr/>
        </p:nvPicPr>
        <p:blipFill>
          <a:blip xmlns:r="http://schemas.openxmlformats.org/officeDocument/2006/relationships" xmlns:a="http://schemas.openxmlformats.org/drawingml/2006/main" r:embed="R2eaea35bbc5e42a3"/>
          <a:stretch xmlns:a="http://schemas.openxmlformats.org/drawingml/2006/main">
            <a:fillRect l="0" t="0" r="0" b="0"/>
          </a:stretch>
        </p:blipFill>
        <p:spPr>
          <a:xfrm xmlns:a="http://schemas.openxmlformats.org/drawingml/2006/main">
            <a:off x="592464" y="3001156"/>
            <a:ext cx="361188" cy="361188"/>
          </a:xfrm>
          <a:prstGeom xmlns:a="http://schemas.openxmlformats.org/drawingml/2006/main" prst="rect">
            <a:avLst/>
          </a:prstGeom>
        </p:spPr>
      </p:pic>
      <p:pic>
        <p:nvPicPr>
          <p:cNvPr id="298" name="Grafik 175">
            <a:extLst xmlns:a="http://schemas.openxmlformats.org/drawingml/2006/main">
              <a:ext uri="{FF2B5EF4-FFF2-40B4-BE49-F238E27FC236}">
                <a16:creationId xmlns:a16="http://schemas.microsoft.com/office/drawing/2014/main" id="{29F27F09-E6D5-4721-9682-61FD6A9962C7}"/>
              </a:ext>
            </a:extLst>
          </p:cNvPr>
          <p:cNvPicPr>
            <a:picLocks xmlns:a="http://schemas.openxmlformats.org/drawingml/2006/main" noChangeAspect="1"/>
          </p:cNvPicPr>
          <p:nvPr/>
        </p:nvPicPr>
        <p:blipFill>
          <a:blip xmlns:r="http://schemas.openxmlformats.org/officeDocument/2006/relationships" xmlns:a="http://schemas.openxmlformats.org/drawingml/2006/main" r:embed="Rdcab82220dc44e47"/>
          <a:stretch xmlns:a="http://schemas.openxmlformats.org/drawingml/2006/main">
            <a:fillRect l="0" t="0" r="0" b="0"/>
          </a:stretch>
        </p:blipFill>
        <p:spPr>
          <a:xfrm xmlns:a="http://schemas.openxmlformats.org/drawingml/2006/main">
            <a:off x="140377" y="2993905"/>
            <a:ext cx="361188" cy="361188"/>
          </a:xfrm>
          <a:prstGeom xmlns:a="http://schemas.openxmlformats.org/drawingml/2006/main" prst="rect">
            <a:avLst/>
          </a:prstGeom>
        </p:spPr>
      </p:pic>
      <p:sp>
        <p:nvSpPr>
          <p:cNvPr id="178" name="Digitale Fähigkeiten">
            <a:extLst xmlns:a="http://schemas.openxmlformats.org/drawingml/2006/main">
              <a:ext uri="{FF2B5EF4-FFF2-40B4-BE49-F238E27FC236}">
                <a16:creationId xmlns:a16="http://schemas.microsoft.com/office/drawing/2014/main" id="{82A58D85-42C8-48A9-A00B-31BE53B3F5C8}"/>
              </a:ext>
            </a:extLst>
          </p:cNvPr>
          <p:cNvSpPr>
            <a:spLocks xmlns:a="http://schemas.openxmlformats.org/drawingml/2006/main" noGrp="1"/>
          </p:cNvSpPr>
          <p:nvPr/>
        </p:nvSpPr>
        <p:spPr>
          <a:xfrm xmlns:a="http://schemas.openxmlformats.org/drawingml/2006/main">
            <a:off x="136017" y="7552277"/>
            <a:ext cx="804481"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Browser</a:t>
            </a:r>
          </a:p>
        </p:txBody>
      </p:sp>
      <p:sp>
        <p:nvSpPr>
          <p:cNvPr id="179" name="Digitale Fähigkeiten">
            <a:extLst xmlns:a="http://schemas.openxmlformats.org/drawingml/2006/main">
              <a:ext uri="{FF2B5EF4-FFF2-40B4-BE49-F238E27FC236}">
                <a16:creationId xmlns:a16="http://schemas.microsoft.com/office/drawing/2014/main" id="{656CB1C1-874D-46D5-BD82-E2CBE1600F4C}"/>
              </a:ext>
            </a:extLst>
          </p:cNvPr>
          <p:cNvSpPr>
            <a:spLocks xmlns:a="http://schemas.openxmlformats.org/drawingml/2006/main" noGrp="1"/>
          </p:cNvSpPr>
          <p:nvPr/>
        </p:nvSpPr>
        <p:spPr>
          <a:xfrm xmlns:a="http://schemas.openxmlformats.org/drawingml/2006/main">
            <a:off x="128016" y="8343995"/>
            <a:ext cx="1241044" cy="289560"/>
          </a:xfrm>
          <a:prstGeom xmlns:a="http://schemas.openxmlformats.org/drawingml/2006/main" prst="rect">
            <a:avLst/>
          </a:prstGeom>
          <a:ln xmlns:a="http://schemas.openxmlformats.org/drawingml/2006/main" w="3175"/>
        </p:spPr>
        <p:txBody>
          <a:bodyPr xmlns:a="http://schemas.openxmlformats.org/drawingml/2006/main" wrap="none" lIns="38100" tIns="38100" rIns="38100" bIns="38100" anchor="ctr">
            <a:spAutoFit/>
          </a:bodyPr>
          <a:lstStyle xmlns:a="http://schemas.openxmlformats.org/drawingml/2006/main">
            <a:lvl1pPr>
              <a:buNone/>
              <a:defRPr sz="2000" b="0" spc="100">
                <a:solidFill>
                  <a:srgbClr val="FFFFFF"/>
                </a:solidFill>
                <a:latin typeface="Futura"/>
                <a:ea typeface="Futura"/>
                <a:cs typeface="Futura"/>
              </a:defRPr>
            </a:lvl1pPr>
          </a:lstStyle>
          <a:p xmlns:a="http://schemas.openxmlformats.org/drawingml/2006/main">
            <a:r>
              <a:rPr sz="1400">
                <a:latin typeface="Arial"/>
                <a:ea typeface="Arial"/>
                <a:cs typeface="Arial"/>
              </a:rPr>
              <a:t>Appsnutzung</a:t>
            </a:r>
          </a:p>
        </p:txBody>
      </p:sp>
      <p:sp>
        <p:nvSpPr>
          <p:cNvPr id="6" name="Szenario/Bio">
            <a:extLst xmlns:a="http://schemas.openxmlformats.org/drawingml/2006/main">
              <a:ext uri="{FF2B5EF4-FFF2-40B4-BE49-F238E27FC236}">
                <a16:creationId xmlns:a16="http://schemas.microsoft.com/office/drawing/2014/main" id="{19B5D88F-D6F4-35DA-290E-B77A78BB94ED}"/>
              </a:ext>
            </a:extLst>
          </p:cNvPr>
          <p:cNvSpPr>
            <a:spLocks xmlns:a="http://schemas.openxmlformats.org/drawingml/2006/main" noGrp="1"/>
          </p:cNvSpPr>
          <p:nvPr/>
        </p:nvSpPr>
        <p:spPr>
          <a:xfrm xmlns:a="http://schemas.openxmlformats.org/drawingml/2006/main">
            <a:off x="2622804" y="3216116"/>
            <a:ext cx="1740408" cy="25908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Nutzungsgrund</a:t>
            </a:r>
          </a:p>
        </p:txBody>
      </p:sp>
      <p:sp>
        <p:nvSpPr>
          <p:cNvPr id="10"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8145438F-AFA1-819C-128B-49BE8B3EC5BE}"/>
              </a:ext>
            </a:extLst>
          </p:cNvPr>
          <p:cNvSpPr>
            <a:spLocks xmlns:a="http://schemas.openxmlformats.org/drawingml/2006/main" noGrp="1"/>
          </p:cNvSpPr>
          <p:nvPr/>
        </p:nvSpPr>
        <p:spPr>
          <a:xfrm xmlns:a="http://schemas.openxmlformats.org/drawingml/2006/main">
            <a:off x="2705291" y="3507391"/>
            <a:ext cx="3896201" cy="62484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Er möchte beim europäischen Roulette gleichzeitig auf Farben und einzelne Zahlen setzen, ohne sein Guthaben zu überschreiten.</a:t>
            </a:r>
          </a:p>
        </p:txBody>
      </p:sp>
      <p:sp>
        <p:nvSpPr>
          <p:cNvPr id="13" name="Szenario/Bio">
            <a:extLst xmlns:a="http://schemas.openxmlformats.org/drawingml/2006/main">
              <a:ext uri="{FF2B5EF4-FFF2-40B4-BE49-F238E27FC236}">
                <a16:creationId xmlns:a16="http://schemas.microsoft.com/office/drawing/2014/main" id="{878967AB-0922-D62A-8D99-C3B3148A3483}"/>
              </a:ext>
            </a:extLst>
          </p:cNvPr>
          <p:cNvSpPr>
            <a:spLocks xmlns:a="http://schemas.openxmlformats.org/drawingml/2006/main" noGrp="1"/>
          </p:cNvSpPr>
          <p:nvPr/>
        </p:nvSpPr>
        <p:spPr>
          <a:xfrm xmlns:a="http://schemas.openxmlformats.org/drawingml/2006/main">
            <a:off x="2724150" y="5476875"/>
            <a:ext cx="3914775" cy="323850"/>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425" b="1">
                <a:solidFill>
                  <a:srgbClr val="132B3B"/>
                </a:solidFill>
                <a:latin typeface="Arial"/>
                <a:ea typeface="Arial"/>
                <a:cs typeface="Arial"/>
              </a:defRPr>
            </a:defPPr>
            <a:lvl1pPr>
              <a:buNone/>
              <a:defRPr sz="1400" b="0" spc="100">
                <a:solidFill>
                  <a:srgbClr val="132B3B"/>
                </a:solidFill>
                <a:latin typeface="Arial"/>
                <a:ea typeface="Arial"/>
                <a:cs typeface="Arial"/>
              </a:defRPr>
            </a:lvl1pPr>
            <a:lvl2pPr>
              <a:defRPr sz="1425" b="1">
                <a:solidFill>
                  <a:srgbClr val="132B3B"/>
                </a:solidFill>
                <a:latin typeface="Arial"/>
                <a:ea typeface="Arial"/>
                <a:cs typeface="Arial"/>
              </a:defRPr>
            </a:lvl2pPr>
            <a:lvl3pPr>
              <a:defRPr sz="1425" b="1">
                <a:solidFill>
                  <a:srgbClr val="132B3B"/>
                </a:solidFill>
                <a:latin typeface="Arial"/>
                <a:ea typeface="Arial"/>
                <a:cs typeface="Arial"/>
              </a:defRPr>
            </a:lvl3pPr>
            <a:lvl4pPr>
              <a:defRPr sz="1425" b="1">
                <a:solidFill>
                  <a:srgbClr val="132B3B"/>
                </a:solidFill>
                <a:latin typeface="Arial"/>
                <a:ea typeface="Arial"/>
                <a:cs typeface="Arial"/>
              </a:defRPr>
            </a:lvl4pPr>
            <a:lvl5pPr>
              <a:defRPr sz="1425" b="1">
                <a:solidFill>
                  <a:srgbClr val="132B3B"/>
                </a:solidFill>
                <a:latin typeface="Arial"/>
                <a:ea typeface="Arial"/>
                <a:cs typeface="Arial"/>
              </a:defRPr>
            </a:lvl5pPr>
            <a:lvl6pPr>
              <a:defRPr sz="1425" b="1">
                <a:solidFill>
                  <a:srgbClr val="132B3B"/>
                </a:solidFill>
                <a:latin typeface="Arial"/>
                <a:ea typeface="Arial"/>
                <a:cs typeface="Arial"/>
              </a:defRPr>
            </a:lvl6pPr>
            <a:lvl7pPr>
              <a:defRPr sz="1425" b="1">
                <a:solidFill>
                  <a:srgbClr val="132B3B"/>
                </a:solidFill>
                <a:latin typeface="Arial"/>
                <a:ea typeface="Arial"/>
                <a:cs typeface="Arial"/>
              </a:defRPr>
            </a:lvl7pPr>
            <a:lvl8pPr>
              <a:defRPr sz="1425" b="1">
                <a:solidFill>
                  <a:srgbClr val="132B3B"/>
                </a:solidFill>
                <a:latin typeface="Arial"/>
                <a:ea typeface="Arial"/>
                <a:cs typeface="Arial"/>
              </a:defRPr>
            </a:lvl8pPr>
            <a:lvl9pPr>
              <a:defRPr sz="1425" b="1">
                <a:solidFill>
                  <a:srgbClr val="132B3B"/>
                </a:solidFill>
                <a:latin typeface="Arial"/>
                <a:ea typeface="Arial"/>
                <a:cs typeface="Arial"/>
              </a:defRPr>
            </a:lvl9pPr>
          </a:lstStyle>
          <a:p xmlns:a="http://schemas.openxmlformats.org/drawingml/2006/main">
            <a:pPr>
              <a:defRPr sz="1425" b="1">
                <a:solidFill>
                  <a:srgbClr val="132B3B"/>
                </a:solidFill>
                <a:latin typeface="Arial"/>
                <a:ea typeface="Arial"/>
                <a:cs typeface="Arial"/>
              </a:defRPr>
            </a:pPr>
            <a:r>
              <a:rPr sz="1425" b="1">
                <a:solidFill>
                  <a:srgbClr val="132B3B"/>
                </a:solidFill>
                <a:latin typeface="Arial"/>
                <a:ea typeface="Arial"/>
                <a:cs typeface="Arial"/>
              </a:rPr>
              <a:t>US-11 Mehrere Roulette-Einsätze</a:t>
            </a:r>
          </a:p>
        </p:txBody>
      </p:sp>
      <p:sp>
        <p:nvSpPr>
          <p:cNvPr id="16" name="In einem kurzen Text sollte man an dieser Stelle die momentane Situation, in der sich unsere Persona befindet zusammenfassen. Dabei kann man Dinge wie die berufliche oder familiäre Situation sowie Gedanken und Ziele aufschreiben.">
            <a:extLst xmlns:a="http://schemas.openxmlformats.org/drawingml/2006/main">
              <a:ext uri="{FF2B5EF4-FFF2-40B4-BE49-F238E27FC236}">
                <a16:creationId xmlns:a16="http://schemas.microsoft.com/office/drawing/2014/main" id="{780AFA80-120B-7FC2-E075-F0B560A1D9CB}"/>
              </a:ext>
            </a:extLst>
          </p:cNvPr>
          <p:cNvSpPr>
            <a:spLocks xmlns:a="http://schemas.openxmlformats.org/drawingml/2006/main" noGrp="1"/>
          </p:cNvSpPr>
          <p:nvPr/>
        </p:nvSpPr>
        <p:spPr>
          <a:xfrm xmlns:a="http://schemas.openxmlformats.org/drawingml/2006/main">
            <a:off x="2724150" y="5857875"/>
            <a:ext cx="3914775" cy="3667125"/>
          </a:xfrm>
          <a:prstGeom xmlns:a="http://schemas.openxmlformats.org/drawingml/2006/main" prst="rect">
            <a:avLst/>
          </a:prstGeom>
          <a:ln xmlns:a="http://schemas.openxmlformats.org/drawingml/2006/main" w="3175"/>
        </p:spPr>
        <p:txBody>
          <a:bodyPr xmlns:a="http://schemas.openxmlformats.org/drawingml/2006/main" wrap="square" lIns="0" tIns="0" rIns="0" bIns="0" anchor="t">
            <a:noAutofit/>
          </a:bodyPr>
          <a:lstStyle xmlns:a="http://schemas.openxmlformats.org/drawingml/2006/main">
            <a:defPPr>
              <a:defRPr sz="1200">
                <a:solidFill>
                  <a:srgbClr val="132B3B"/>
                </a:solidFill>
                <a:latin typeface="Arial"/>
                <a:ea typeface="Arial"/>
                <a:cs typeface="Arial"/>
              </a:defRPr>
            </a:defPPr>
            <a:lvl1pPr algn="l">
              <a:buNone/>
              <a:defRPr sz="1600" b="0">
                <a:solidFill>
                  <a:srgbClr val="132B3B"/>
                </a:solidFill>
                <a:latin typeface="Avenir Book"/>
                <a:ea typeface="Avenir Book"/>
                <a:cs typeface="Avenir Book"/>
              </a:defRPr>
            </a:lvl1pPr>
            <a:lvl2pPr>
              <a:defRPr sz="1200">
                <a:solidFill>
                  <a:srgbClr val="132B3B"/>
                </a:solidFill>
                <a:latin typeface="Arial"/>
                <a:ea typeface="Arial"/>
                <a:cs typeface="Arial"/>
              </a:defRPr>
            </a:lvl2pPr>
            <a:lvl3pPr>
              <a:defRPr sz="1200">
                <a:solidFill>
                  <a:srgbClr val="132B3B"/>
                </a:solidFill>
                <a:latin typeface="Arial"/>
                <a:ea typeface="Arial"/>
                <a:cs typeface="Arial"/>
              </a:defRPr>
            </a:lvl3pPr>
            <a:lvl4pPr>
              <a:defRPr sz="1200">
                <a:solidFill>
                  <a:srgbClr val="132B3B"/>
                </a:solidFill>
                <a:latin typeface="Arial"/>
                <a:ea typeface="Arial"/>
                <a:cs typeface="Arial"/>
              </a:defRPr>
            </a:lvl4pPr>
            <a:lvl5pPr>
              <a:defRPr sz="1200">
                <a:solidFill>
                  <a:srgbClr val="132B3B"/>
                </a:solidFill>
                <a:latin typeface="Arial"/>
                <a:ea typeface="Arial"/>
                <a:cs typeface="Arial"/>
              </a:defRPr>
            </a:lvl5pPr>
            <a:lvl6pPr>
              <a:defRPr sz="1200">
                <a:solidFill>
                  <a:srgbClr val="132B3B"/>
                </a:solidFill>
                <a:latin typeface="Arial"/>
                <a:ea typeface="Arial"/>
                <a:cs typeface="Arial"/>
              </a:defRPr>
            </a:lvl6pPr>
            <a:lvl7pPr>
              <a:defRPr sz="1200">
                <a:solidFill>
                  <a:srgbClr val="132B3B"/>
                </a:solidFill>
                <a:latin typeface="Arial"/>
                <a:ea typeface="Arial"/>
                <a:cs typeface="Arial"/>
              </a:defRPr>
            </a:lvl7pPr>
            <a:lvl8pPr>
              <a:defRPr sz="1200">
                <a:solidFill>
                  <a:srgbClr val="132B3B"/>
                </a:solidFill>
                <a:latin typeface="Arial"/>
                <a:ea typeface="Arial"/>
                <a:cs typeface="Arial"/>
              </a:defRPr>
            </a:lvl8pPr>
            <a:lvl9pPr>
              <a:defRPr sz="1200">
                <a:solidFill>
                  <a:srgbClr val="132B3B"/>
                </a:solidFill>
                <a:latin typeface="Arial"/>
                <a:ea typeface="Arial"/>
                <a:cs typeface="Arial"/>
              </a:defRPr>
            </a:lvl9pPr>
          </a:lstStyle>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Als Roulettespieler möchte ich gleichzeitig auf Farben und Zahlen setzen, damit ich mehrere Chancen kombiniere.</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Akzeptanz</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1. Jeder Klick prüft und bucht den gewählten Jetonwert sofort.</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2. Nicht gedeckte Einsätze werden abgelehnt.</a:t>
            </a:r>
          </a:p>
          <a:p xmlns:a="http://schemas.openxmlformats.org/drawingml/2006/main">
            <a:pPr>
              <a:defRPr sz="1200">
                <a:solidFill>
                  <a:srgbClr val="132B3B"/>
                </a:solidFill>
                <a:latin typeface="Arial"/>
                <a:ea typeface="Arial"/>
                <a:cs typeface="Arial"/>
              </a:defRPr>
            </a:pPr>
            <a:r>
              <a:rPr sz="1200">
                <a:solidFill>
                  <a:srgbClr val="132B3B"/>
                </a:solidFill>
                <a:latin typeface="Arial"/>
                <a:ea typeface="Arial"/>
                <a:cs typeface="Arial"/>
              </a:rPr>
              <a:t>3. Vor dem Dreh geben Löschen und Verlassen alle offenen Einsätze zurück. Während des Drehs sind Einsätze und Rückweg gesperrt.</a:t>
            </a:r>
          </a:p>
        </p:txBody>
      </p:sp>
      <p:pic>
        <p:nvPicPr>
          <p:cNvPr id="305" name="Grafik 1">
            <a:extLst xmlns:a="http://schemas.openxmlformats.org/drawingml/2006/main">
              <a:ext uri="{FF2B5EF4-FFF2-40B4-BE49-F238E27FC236}">
                <a16:creationId xmlns:a16="http://schemas.microsoft.com/office/drawing/2014/main" id="{346603AE-C766-40EC-9A10-137D2343D3EC}"/>
              </a:ext>
            </a:extLst>
          </p:cNvPr>
          <p:cNvPicPr>
            <a:picLocks xmlns:a="http://schemas.openxmlformats.org/drawingml/2006/main" noChangeAspect="1"/>
          </p:cNvPicPr>
          <p:nvPr/>
        </p:nvPicPr>
        <p:blipFill>
          <a:blip xmlns:r="http://schemas.openxmlformats.org/officeDocument/2006/relationships" xmlns:a="http://schemas.openxmlformats.org/drawingml/2006/main" r:embed="Re77180bea5654053"/>
          <a:stretch xmlns:a="http://schemas.openxmlformats.org/drawingml/2006/main">
            <a:fillRect l="0" t="0" r="0" b="0"/>
          </a:stretch>
        </p:blipFill>
        <p:spPr>
          <a:xfrm xmlns:a="http://schemas.openxmlformats.org/drawingml/2006/main">
            <a:off x="512169" y="55622"/>
            <a:ext cx="1492841" cy="1398397"/>
          </a:xfrm>
          <a:prstGeom xmlns:a="http://schemas.openxmlformats.org/drawingml/2006/main" prst="ellipse">
            <a:avLst/>
          </a:prstGeom>
        </p:spPr>
      </p:pic>
    </p:spTree>
    <p:extLst>
      <p:ext uri="{BB962C8B-B14F-4D97-AF65-F5344CB8AC3E}">
        <p14:creationId xmlns:p14="http://schemas.microsoft.com/office/powerpoint/2010/main" val="4018722917"/>
      </p:ext>
    </p:extLst>
  </p:cSld>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2026-10-29T10:35:35.2330000Z</dcterms:created>
  <dcterms:modified xsi:type="dcterms:W3CDTF">2026-10-29T10:35:35.2330000Z</dcterms:modified>
</coreProperties>
</file>