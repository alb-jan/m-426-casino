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5ebe8b12a8449c" /><Relationship Type="http://schemas.openxmlformats.org/officeDocument/2006/relationships/extended-properties" Target="/docProps/app.xml" Id="R9be6ee303347437b" /><Relationship Type="http://schemas.openxmlformats.org/officeDocument/2006/relationships/officeDocument" Target="/ppt/presentation.xml" Id="R5ca88e4997944527" /></Relationships>
</file>

<file path=ppt/presentation.xml><?xml version="1.0" encoding="utf-8"?>
<p:presentation xmlns:p="http://schemas.openxmlformats.org/presentationml/2006/main">
  <p:sldMasterIdLst>
    <p:sldMasterId xmlns:r="http://schemas.openxmlformats.org/officeDocument/2006/relationships" id="2147483648" r:id="R55c296da284747c0"/>
  </p:sldMasterIdLst>
  <p:notesMasterIdLst>
    <p:notesMasterId xmlns:r="http://schemas.openxmlformats.org/officeDocument/2006/relationships" r:id="R77b314d4590a41ae"/>
  </p:notesMasterIdLst>
  <p:sldIdLst>
    <p:sldId xmlns:r="http://schemas.openxmlformats.org/officeDocument/2006/relationships" id="256" r:id="R8477897dfdab4dd9"/>
  </p:sldIdLst>
  <p:sldSz cx="6858000" cy="9906000"/>
  <p:notesSz cx="6858000" cy="9144000"/>
</p:presentation>
</file>

<file path=ppt/authors.xml><?xml version="1.0" encoding="utf-8"?>
<p188:authorLst xmlns:p188="http://schemas.microsoft.com/office/powerpoint/2018/8/main">
  <p188:author id="{13FDF5FE-17E7-0124-1F18-581FE0883E4C}" name="Fabrice.Thut" initials="F" userId="S::Fabrice.Thut@bbbaden.ch::7797283b-deb2-4095-a23a-9534c889f141"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2e6fab2e3ff4bf8" /><Relationship Type="http://schemas.openxmlformats.org/officeDocument/2006/relationships/slideMaster" Target="/ppt/slideMasters/slideMaster1.xml" Id="R55c296da284747c0" /><Relationship Type="http://schemas.openxmlformats.org/officeDocument/2006/relationships/notesMaster" Target="/ppt/notesMasters/notesMaster1.xml" Id="R77b314d4590a41ae" /><Relationship Type="http://schemas.openxmlformats.org/officeDocument/2006/relationships/presProps" Target="/ppt/presProps.xml" Id="R8f4e6a39c9f947fd" /><Relationship Type="http://schemas.openxmlformats.org/officeDocument/2006/relationships/viewProps" Target="/ppt/viewProps.xml" Id="R5ce2f58380a14d8f" /><Relationship Type="http://schemas.openxmlformats.org/officeDocument/2006/relationships/tableStyles" Target="/ppt/tableStyles.xml" Id="R069e2f6facf64a66" /><Relationship Type="http://schemas.microsoft.com/office/2018/10/relationships/authors" Target="/ppt/authors.xml" Id="R92338bcaf9e74af5" /><Relationship Type="http://schemas.openxmlformats.org/officeDocument/2006/relationships/slide" Target="/ppt/slides/slide1.xml" Id="R8477897dfdab4d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eb60cd1c3847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ea923819ec42a4" /><Relationship Type="http://schemas.openxmlformats.org/officeDocument/2006/relationships/notesMaster" Target="/ppt/notesMasters/notesMaster1.xml" Id="R227e85a1a4d842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317eb4787541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4d124e6908b43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61308714d74e1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7e76338683d4e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d9480b5ecdd4a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d8c8ecef65406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4cfeccff8c441c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37d0b9f1a5c476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59ceb72781d442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c95ed17f7084d4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c21664831ca42f7" /></Relationships>
</file>

<file path=ppt/slideLayouts/slideLayout1.xml><?xml version="1.0" encoding="utf-8"?>
<p:sldLayout xmlns:p="http://schemas.openxmlformats.org/presentationml/2006/main" type="title" preserve="1">
  <p:cSld name="Titelfoli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289683-F184-4298-8EC8-E26E1BA80D51}"/>
              </a:ext>
            </a:extLst>
          </p:cNvPr>
          <p:cNvSpPr>
            <a:spLocks xmlns:a="http://schemas.openxmlformats.org/drawingml/2006/main" noGrp="1"/>
          </p:cNvSpPr>
          <p:nvPr>
            <p:ph type="ctrTitle" idx="0"/>
          </p:nvPr>
        </p:nvSpPr>
        <p:spPr>
          <a:xfrm xmlns:a="http://schemas.openxmlformats.org/drawingml/2006/main">
            <a:off x="514350" y="1621191"/>
            <a:ext cx="5829300" cy="3448756"/>
          </a:xfrm>
        </p:spPr>
        <p:txBody>
          <a:bodyPr xmlns:a="http://schemas.openxmlformats.org/drawingml/2006/main" anchor="b"/>
          <a:lstStyle xmlns:a="http://schemas.openxmlformats.org/drawingml/2006/main">
            <a:lvl1pPr algn="ctr">
              <a:buNone/>
              <a:defRPr sz="4500"/>
            </a:lvl1pPr>
          </a:lstStyle>
          <a:p xmlns:a="http://schemas.openxmlformats.org/drawingml/2006/main">
            <a:r>
              <a:t>Mastertitelformat bearbeiten</a:t>
            </a:r>
          </a:p>
        </p:txBody>
      </p:sp>
      <p:sp>
        <p:nvSpPr>
          <p:cNvPr id="3" name="Subtitle 2">
            <a:extLst xmlns:a="http://schemas.openxmlformats.org/drawingml/2006/main">
              <a:ext uri="{FF2B5EF4-FFF2-40B4-BE49-F238E27FC236}">
                <a16:creationId xmlns:a16="http://schemas.microsoft.com/office/drawing/2014/main" id="{BD879BEA-F9A2-47E8-9FC0-D9FAB024542F}"/>
              </a:ext>
            </a:extLst>
          </p:cNvPr>
          <p:cNvSpPr>
            <a:spLocks xmlns:a="http://schemas.openxmlformats.org/drawingml/2006/main" noGrp="1"/>
          </p:cNvSpPr>
          <p:nvPr>
            <p:ph type="subTitle" idx="1"/>
          </p:nvPr>
        </p:nvSpPr>
        <p:spPr>
          <a:xfrm xmlns:a="http://schemas.openxmlformats.org/drawingml/2006/main">
            <a:off x="857250" y="5202944"/>
            <a:ext cx="5143500" cy="2391656"/>
          </a:xfrm>
        </p:spPr>
        <p:txBody>
          <a:bodyPr xmlns:a="http://schemas.openxmlformats.org/drawingml/2006/main"/>
          <a:lstStyle xmlns:a="http://schemas.openxmlformats.org/drawingml/2006/main">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Master-Untertitelformat bearbeiten</a:t>
            </a:r>
          </a:p>
        </p:txBody>
      </p:sp>
      <p:sp>
        <p:nvSpPr>
          <p:cNvPr id="4" name="Date Placeholder 3">
            <a:extLst xmlns:a="http://schemas.openxmlformats.org/drawingml/2006/main">
              <a:ext uri="{FF2B5EF4-FFF2-40B4-BE49-F238E27FC236}">
                <a16:creationId xmlns:a16="http://schemas.microsoft.com/office/drawing/2014/main" id="{18AAE357-6204-4963-83D7-70901293B6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FA971DBA-078B-4EDF-B5CC-3742FBB12B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F5718BD-63C5-49CD-A571-4C8DA590EC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2.xml><?xml version="1.0" encoding="utf-8"?>
<p:sldLayout xmlns:p="http://schemas.openxmlformats.org/presentationml/2006/main" type="obj" preserve="1">
  <p:cSld name="Titel und Inhal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9B7AAA-0E58-4686-BAFC-F8AD7B94CD2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82002D12-239C-4AA9-8B43-3C88DF7E04F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A80829E3-5A97-4A8E-AEF6-A3A4E632DDC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2BF979D5-B829-434F-9A0E-41D0C752A9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9A95BF2-EC66-4DC5-A122-9A12D777A4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3.xml><?xml version="1.0" encoding="utf-8"?>
<p:sldLayout xmlns:p="http://schemas.openxmlformats.org/presentationml/2006/main" type="secHead" preserve="1">
  <p:cSld name="Abschnitts-&#10;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19B001-5676-4524-996F-BABE83139642}"/>
              </a:ext>
            </a:extLst>
          </p:cNvPr>
          <p:cNvSpPr>
            <a:spLocks xmlns:a="http://schemas.openxmlformats.org/drawingml/2006/main" noGrp="1"/>
          </p:cNvSpPr>
          <p:nvPr>
            <p:ph type="title" idx="0"/>
          </p:nvPr>
        </p:nvSpPr>
        <p:spPr>
          <a:xfrm xmlns:a="http://schemas.openxmlformats.org/drawingml/2006/main">
            <a:off x="467916" y="2469624"/>
            <a:ext cx="5915025" cy="4120620"/>
          </a:xfrm>
        </p:spPr>
        <p:txBody>
          <a:bodyPr xmlns:a="http://schemas.openxmlformats.org/drawingml/2006/main" anchor="b"/>
          <a:lstStyle xmlns:a="http://schemas.openxmlformats.org/drawingml/2006/main">
            <a:lvl1pPr>
              <a:buNone/>
              <a:defRPr sz="4500"/>
            </a:lvl1pPr>
          </a:lstStyle>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A775A0E1-DEB0-44AD-A7C0-60CE811E141D}"/>
              </a:ext>
            </a:extLst>
          </p:cNvPr>
          <p:cNvSpPr>
            <a:spLocks xmlns:a="http://schemas.openxmlformats.org/drawingml/2006/main" noGrp="1"/>
          </p:cNvSpPr>
          <p:nvPr>
            <p:ph type="body" idx="1"/>
          </p:nvPr>
        </p:nvSpPr>
        <p:spPr>
          <a:xfrm xmlns:a="http://schemas.openxmlformats.org/drawingml/2006/main">
            <a:off x="467916" y="6629226"/>
            <a:ext cx="5915025" cy="2166937"/>
          </a:xfrm>
        </p:spPr>
        <p:txBody>
          <a:bodyPr xmlns:a="http://schemas.openxmlformats.org/drawingml/2006/main"/>
          <a:lstStyle xmlns:a="http://schemas.openxmlformats.org/drawingml/2006/main">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lvl="0">
              <a:buNone/>
            </a:pPr>
            <a:r>
              <a:t>Mastertextformat bearbeiten</a:t>
            </a:r>
          </a:p>
        </p:txBody>
      </p:sp>
      <p:sp>
        <p:nvSpPr>
          <p:cNvPr id="4" name="Date Placeholder 3">
            <a:extLst xmlns:a="http://schemas.openxmlformats.org/drawingml/2006/main">
              <a:ext uri="{FF2B5EF4-FFF2-40B4-BE49-F238E27FC236}">
                <a16:creationId xmlns:a16="http://schemas.microsoft.com/office/drawing/2014/main" id="{DE7137B1-A2C4-4392-A780-3686972628D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869E0607-6965-4CDD-B94C-5B69E33610C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852324F-3AB0-46D9-97A0-130AAAB6BE4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4.xml><?xml version="1.0" encoding="utf-8"?>
<p:sldLayout xmlns:p="http://schemas.openxmlformats.org/presentationml/2006/main" type="twoObj" preserve="1">
  <p:cSld name="Zwei Inhalt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80C20E7-E887-47B1-9975-FC5DB32E6DE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C84503B0-B3A0-4ADD-B5DB-143EEF07B787}"/>
              </a:ext>
            </a:extLst>
          </p:cNvPr>
          <p:cNvSpPr>
            <a:spLocks xmlns:a="http://schemas.openxmlformats.org/drawingml/2006/main" noGrp="1"/>
          </p:cNvSpPr>
          <p:nvPr>
            <p:ph idx="1"/>
          </p:nvPr>
        </p:nvSpPr>
        <p:spPr>
          <a:xfrm xmlns:a="http://schemas.openxmlformats.org/drawingml/2006/main">
            <a:off x="471488" y="2637014"/>
            <a:ext cx="2914650" cy="6285266"/>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Content Placeholder 3">
            <a:extLst xmlns:a="http://schemas.openxmlformats.org/drawingml/2006/main">
              <a:ext uri="{FF2B5EF4-FFF2-40B4-BE49-F238E27FC236}">
                <a16:creationId xmlns:a16="http://schemas.microsoft.com/office/drawing/2014/main" id="{DE7684F6-BAE1-4A2F-A5B6-31BFF8B03181}"/>
              </a:ext>
            </a:extLst>
          </p:cNvPr>
          <p:cNvSpPr>
            <a:spLocks xmlns:a="http://schemas.openxmlformats.org/drawingml/2006/main" noGrp="1"/>
          </p:cNvSpPr>
          <p:nvPr>
            <p:ph idx="2"/>
          </p:nvPr>
        </p:nvSpPr>
        <p:spPr>
          <a:xfrm xmlns:a="http://schemas.openxmlformats.org/drawingml/2006/main">
            <a:off x="3471863" y="2637014"/>
            <a:ext cx="2914650" cy="6285266"/>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5" name="Date Placeholder 4">
            <a:extLst xmlns:a="http://schemas.openxmlformats.org/drawingml/2006/main">
              <a:ext uri="{FF2B5EF4-FFF2-40B4-BE49-F238E27FC236}">
                <a16:creationId xmlns:a16="http://schemas.microsoft.com/office/drawing/2014/main" id="{972726F5-0EAD-425F-8F10-ADA9293782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6765E5D2-47BA-4E32-B5A3-FF30D58872B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895289-B810-401E-A020-B7533C5260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5.xml><?xml version="1.0" encoding="utf-8"?>
<p:sldLayout xmlns:p="http://schemas.openxmlformats.org/presentationml/2006/main" type="twoTxTwoObj" preserve="1">
  <p:cSld name="Vergleich">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483835F-3F8D-45B3-818B-30A970AA2A67}"/>
              </a:ext>
            </a:extLst>
          </p:cNvPr>
          <p:cNvSpPr>
            <a:spLocks xmlns:a="http://schemas.openxmlformats.org/drawingml/2006/main" noGrp="1"/>
          </p:cNvSpPr>
          <p:nvPr>
            <p:ph type="title" idx="0"/>
          </p:nvPr>
        </p:nvSpPr>
        <p:spPr>
          <a:xfrm xmlns:a="http://schemas.openxmlformats.org/drawingml/2006/main">
            <a:off x="472381" y="527405"/>
            <a:ext cx="5915025" cy="1914702"/>
          </a:xfrm>
        </p:spPr>
        <p:txBody>
          <a:bodyPr xmlns:a="http://schemas.openxmlformats.org/drawingml/2006/main"/>
          <a:lstStyle xmlns:a="http://schemas.openxmlformats.org/drawingml/2006/main"/>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7699AC47-3D48-4600-BEB4-16EA80527EEC}"/>
              </a:ext>
            </a:extLst>
          </p:cNvPr>
          <p:cNvSpPr>
            <a:spLocks xmlns:a="http://schemas.openxmlformats.org/drawingml/2006/main" noGrp="1"/>
          </p:cNvSpPr>
          <p:nvPr>
            <p:ph type="body" idx="1"/>
          </p:nvPr>
        </p:nvSpPr>
        <p:spPr>
          <a:xfrm xmlns:a="http://schemas.openxmlformats.org/drawingml/2006/main">
            <a:off x="472381" y="2428347"/>
            <a:ext cx="2901255" cy="1190095"/>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Mastertextformat bearbeiten</a:t>
            </a:r>
          </a:p>
        </p:txBody>
      </p:sp>
      <p:sp>
        <p:nvSpPr>
          <p:cNvPr id="4" name="Content Placeholder 3">
            <a:extLst xmlns:a="http://schemas.openxmlformats.org/drawingml/2006/main">
              <a:ext uri="{FF2B5EF4-FFF2-40B4-BE49-F238E27FC236}">
                <a16:creationId xmlns:a16="http://schemas.microsoft.com/office/drawing/2014/main" id="{14014D66-D7CB-4757-9133-AE3189879486}"/>
              </a:ext>
            </a:extLst>
          </p:cNvPr>
          <p:cNvSpPr>
            <a:spLocks xmlns:a="http://schemas.openxmlformats.org/drawingml/2006/main" noGrp="1"/>
          </p:cNvSpPr>
          <p:nvPr>
            <p:ph idx="2"/>
          </p:nvPr>
        </p:nvSpPr>
        <p:spPr>
          <a:xfrm xmlns:a="http://schemas.openxmlformats.org/drawingml/2006/main">
            <a:off x="472381" y="3618442"/>
            <a:ext cx="2901255" cy="532218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5" name="Text Placeholder 4">
            <a:extLst xmlns:a="http://schemas.openxmlformats.org/drawingml/2006/main">
              <a:ext uri="{FF2B5EF4-FFF2-40B4-BE49-F238E27FC236}">
                <a16:creationId xmlns:a16="http://schemas.microsoft.com/office/drawing/2014/main" id="{BE5076D0-23D6-4A37-97AA-79D43876A614}"/>
              </a:ext>
            </a:extLst>
          </p:cNvPr>
          <p:cNvSpPr>
            <a:spLocks xmlns:a="http://schemas.openxmlformats.org/drawingml/2006/main" noGrp="1"/>
          </p:cNvSpPr>
          <p:nvPr>
            <p:ph type="body" idx="3"/>
          </p:nvPr>
        </p:nvSpPr>
        <p:spPr>
          <a:xfrm xmlns:a="http://schemas.openxmlformats.org/drawingml/2006/main">
            <a:off x="3471863" y="2428347"/>
            <a:ext cx="2915543" cy="1190095"/>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Mastertextformat bearbeiten</a:t>
            </a:r>
          </a:p>
        </p:txBody>
      </p:sp>
      <p:sp>
        <p:nvSpPr>
          <p:cNvPr id="6" name="Content Placeholder 5">
            <a:extLst xmlns:a="http://schemas.openxmlformats.org/drawingml/2006/main">
              <a:ext uri="{FF2B5EF4-FFF2-40B4-BE49-F238E27FC236}">
                <a16:creationId xmlns:a16="http://schemas.microsoft.com/office/drawing/2014/main" id="{CF75AF25-D193-45EF-A539-E75A4538292E}"/>
              </a:ext>
            </a:extLst>
          </p:cNvPr>
          <p:cNvSpPr>
            <a:spLocks xmlns:a="http://schemas.openxmlformats.org/drawingml/2006/main" noGrp="1"/>
          </p:cNvSpPr>
          <p:nvPr>
            <p:ph idx="4"/>
          </p:nvPr>
        </p:nvSpPr>
        <p:spPr>
          <a:xfrm xmlns:a="http://schemas.openxmlformats.org/drawingml/2006/main">
            <a:off x="3471863" y="3618442"/>
            <a:ext cx="2915543" cy="532218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7" name="Date Placeholder 6">
            <a:extLst xmlns:a="http://schemas.openxmlformats.org/drawingml/2006/main">
              <a:ext uri="{FF2B5EF4-FFF2-40B4-BE49-F238E27FC236}">
                <a16:creationId xmlns:a16="http://schemas.microsoft.com/office/drawing/2014/main" id="{1DF4FECA-4965-4B2C-B369-1EC79E19F4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8" name="Footer Placeholder 7">
            <a:extLst xmlns:a="http://schemas.openxmlformats.org/drawingml/2006/main">
              <a:ext uri="{FF2B5EF4-FFF2-40B4-BE49-F238E27FC236}">
                <a16:creationId xmlns:a16="http://schemas.microsoft.com/office/drawing/2014/main" id="{3D9AD8E9-9DF7-49B5-A9DC-A9A7D612E3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DABE90A4-C9D9-4088-8EB2-688A0E756A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6.xml><?xml version="1.0" encoding="utf-8"?>
<p:sldLayout xmlns:p="http://schemas.openxmlformats.org/presentationml/2006/main" type="titleOnly" preserve="1">
  <p:cSld name="Nur Titel">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7134DF-E2C0-4BB6-87F2-E1FAEF64BA3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Date Placeholder 2">
            <a:extLst xmlns:a="http://schemas.openxmlformats.org/drawingml/2006/main">
              <a:ext uri="{FF2B5EF4-FFF2-40B4-BE49-F238E27FC236}">
                <a16:creationId xmlns:a16="http://schemas.microsoft.com/office/drawing/2014/main" id="{254DC0F1-05FD-4671-9D62-5A872C9A3B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4" name="Footer Placeholder 3">
            <a:extLst xmlns:a="http://schemas.openxmlformats.org/drawingml/2006/main">
              <a:ext uri="{FF2B5EF4-FFF2-40B4-BE49-F238E27FC236}">
                <a16:creationId xmlns:a16="http://schemas.microsoft.com/office/drawing/2014/main" id="{2FFB629C-FD9B-4925-A174-6F034A5A18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4424AB5A-D5C8-494B-996E-3177D273DA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7.xml><?xml version="1.0" encoding="utf-8"?>
<p:sldLayout xmlns:p="http://schemas.openxmlformats.org/presentationml/2006/main" type="blank" preserve="1">
  <p:cSld name="Leer">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6712DBA-C2DC-461D-A632-ACAE48BAEF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3" name="Footer Placeholder 2">
            <a:extLst xmlns:a="http://schemas.openxmlformats.org/drawingml/2006/main">
              <a:ext uri="{FF2B5EF4-FFF2-40B4-BE49-F238E27FC236}">
                <a16:creationId xmlns:a16="http://schemas.microsoft.com/office/drawing/2014/main" id="{96BD6852-6280-4735-837E-221990615B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F207352-D58D-4BFE-91F6-1D39FFA7B5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8.xml><?xml version="1.0" encoding="utf-8"?>
<p:sldLayout xmlns:p="http://schemas.openxmlformats.org/presentationml/2006/main" type="objTx" preserve="1">
  <p:cSld name="Inhalt mit 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2DBC59-FB61-479F-BBF1-E9C48D968B31}"/>
              </a:ext>
            </a:extLst>
          </p:cNvPr>
          <p:cNvSpPr>
            <a:spLocks xmlns:a="http://schemas.openxmlformats.org/drawingml/2006/main" noGrp="1"/>
          </p:cNvSpPr>
          <p:nvPr>
            <p:ph type="title" idx="0"/>
          </p:nvPr>
        </p:nvSpPr>
        <p:spPr>
          <a:xfrm xmlns:a="http://schemas.openxmlformats.org/drawingml/2006/main">
            <a:off x="472381" y="660400"/>
            <a:ext cx="2211884" cy="2311400"/>
          </a:xfrm>
        </p:spPr>
        <p:txBody>
          <a:bodyPr xmlns:a="http://schemas.openxmlformats.org/drawingml/2006/main" anchor="b"/>
          <a:lstStyle xmlns:a="http://schemas.openxmlformats.org/drawingml/2006/main">
            <a:lvl1pPr>
              <a:buNone/>
              <a:defRPr sz="2400"/>
            </a:lvl1pPr>
          </a:lstStyle>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9BB7BCC8-A0E2-42CF-8BCB-34D7A34FF99A}"/>
              </a:ext>
            </a:extLst>
          </p:cNvPr>
          <p:cNvSpPr>
            <a:spLocks xmlns:a="http://schemas.openxmlformats.org/drawingml/2006/main" noGrp="1"/>
          </p:cNvSpPr>
          <p:nvPr>
            <p:ph idx="1"/>
          </p:nvPr>
        </p:nvSpPr>
        <p:spPr>
          <a:xfrm xmlns:a="http://schemas.openxmlformats.org/drawingml/2006/main">
            <a:off x="2915543" y="1426283"/>
            <a:ext cx="3471863" cy="7039681"/>
          </a:xfrm>
        </p:spPr>
        <p:txBody>
          <a:bodyPr xmlns:a="http://schemas.openxmlformats.org/drawingml/2006/main"/>
          <a:lstStyle xmlns:a="http://schemas.openxmlformats.org/drawingml/2006/main">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Text Placeholder 3">
            <a:extLst xmlns:a="http://schemas.openxmlformats.org/drawingml/2006/main">
              <a:ext uri="{FF2B5EF4-FFF2-40B4-BE49-F238E27FC236}">
                <a16:creationId xmlns:a16="http://schemas.microsoft.com/office/drawing/2014/main" id="{390D7041-877A-4294-AC73-4D1EF2BED19B}"/>
              </a:ext>
            </a:extLst>
          </p:cNvPr>
          <p:cNvSpPr>
            <a:spLocks xmlns:a="http://schemas.openxmlformats.org/drawingml/2006/main" noGrp="1"/>
          </p:cNvSpPr>
          <p:nvPr>
            <p:ph type="body" idx="2"/>
          </p:nvPr>
        </p:nvSpPr>
        <p:spPr>
          <a:xfrm xmlns:a="http://schemas.openxmlformats.org/drawingml/2006/main">
            <a:off x="472381" y="2971800"/>
            <a:ext cx="2211884" cy="5505627"/>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Mastertextformat bearbeiten</a:t>
            </a:r>
          </a:p>
        </p:txBody>
      </p:sp>
      <p:sp>
        <p:nvSpPr>
          <p:cNvPr id="5" name="Date Placeholder 4">
            <a:extLst xmlns:a="http://schemas.openxmlformats.org/drawingml/2006/main">
              <a:ext uri="{FF2B5EF4-FFF2-40B4-BE49-F238E27FC236}">
                <a16:creationId xmlns:a16="http://schemas.microsoft.com/office/drawing/2014/main" id="{CD23D075-02D6-45C6-BACD-90EEE0E595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A0BE426B-F5D3-4E8F-B6C0-0DAE978194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000BA72-D96C-445D-BEE7-4A62B4ED95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9.xml><?xml version="1.0" encoding="utf-8"?>
<p:sldLayout xmlns:p="http://schemas.openxmlformats.org/presentationml/2006/main" type="picTx" preserve="1">
  <p:cSld name="Bild mit 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EB7031-78A9-445B-94FC-62A308C34DF7}"/>
              </a:ext>
            </a:extLst>
          </p:cNvPr>
          <p:cNvSpPr>
            <a:spLocks xmlns:a="http://schemas.openxmlformats.org/drawingml/2006/main" noGrp="1"/>
          </p:cNvSpPr>
          <p:nvPr>
            <p:ph type="title" idx="0"/>
          </p:nvPr>
        </p:nvSpPr>
        <p:spPr>
          <a:xfrm xmlns:a="http://schemas.openxmlformats.org/drawingml/2006/main">
            <a:off x="472381" y="660400"/>
            <a:ext cx="2211884" cy="2311400"/>
          </a:xfrm>
        </p:spPr>
        <p:txBody>
          <a:bodyPr xmlns:a="http://schemas.openxmlformats.org/drawingml/2006/main" anchor="b"/>
          <a:lstStyle xmlns:a="http://schemas.openxmlformats.org/drawingml/2006/main">
            <a:lvl1pPr>
              <a:buNone/>
              <a:defRPr sz="2400"/>
            </a:lvl1pPr>
          </a:lstStyle>
          <a:p xmlns:a="http://schemas.openxmlformats.org/drawingml/2006/main">
            <a:r>
              <a:t>Mastertitelformat bearbeiten</a:t>
            </a:r>
          </a:p>
        </p:txBody>
      </p:sp>
      <p:sp>
        <p:nvSpPr>
          <p:cNvPr id="3" name="Picture Placeholder 2">
            <a:extLst xmlns:a="http://schemas.openxmlformats.org/drawingml/2006/main">
              <a:ext uri="{FF2B5EF4-FFF2-40B4-BE49-F238E27FC236}">
                <a16:creationId xmlns:a16="http://schemas.microsoft.com/office/drawing/2014/main" id="{0A45FC4F-8373-43F6-9573-8450B51B5D94}"/>
              </a:ext>
            </a:extLst>
          </p:cNvPr>
          <p:cNvSpPr>
            <a:spLocks xmlns:a="http://schemas.openxmlformats.org/drawingml/2006/main" noGrp="1"/>
          </p:cNvSpPr>
          <p:nvPr>
            <p:ph type="pic" idx="1"/>
          </p:nvPr>
        </p:nvSpPr>
        <p:spPr>
          <a:xfrm xmlns:a="http://schemas.openxmlformats.org/drawingml/2006/main">
            <a:off x="2915543" y="1426283"/>
            <a:ext cx="3471863" cy="7039681"/>
          </a:xfrm>
        </p:spPr>
        <p:txBody>
          <a:bodyPr xmlns:a="http://schemas.openxmlformats.org/drawingml/2006/main" anchor="t"/>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r>
              <a:t>Bild durch Klicken auf Symbol hinzufügen</a:t>
            </a:r>
          </a:p>
        </p:txBody>
      </p:sp>
      <p:sp>
        <p:nvSpPr>
          <p:cNvPr id="4" name="Text Placeholder 3">
            <a:extLst xmlns:a="http://schemas.openxmlformats.org/drawingml/2006/main">
              <a:ext uri="{FF2B5EF4-FFF2-40B4-BE49-F238E27FC236}">
                <a16:creationId xmlns:a16="http://schemas.microsoft.com/office/drawing/2014/main" id="{BD846812-7A09-4D10-A2C0-E1B7261D3E4E}"/>
              </a:ext>
            </a:extLst>
          </p:cNvPr>
          <p:cNvSpPr>
            <a:spLocks xmlns:a="http://schemas.openxmlformats.org/drawingml/2006/main" noGrp="1"/>
          </p:cNvSpPr>
          <p:nvPr>
            <p:ph type="body" idx="2"/>
          </p:nvPr>
        </p:nvSpPr>
        <p:spPr>
          <a:xfrm xmlns:a="http://schemas.openxmlformats.org/drawingml/2006/main">
            <a:off x="472381" y="2971800"/>
            <a:ext cx="2211884" cy="5505627"/>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Mastertextformat bearbeiten</a:t>
            </a:r>
          </a:p>
        </p:txBody>
      </p:sp>
      <p:sp>
        <p:nvSpPr>
          <p:cNvPr id="5" name="Date Placeholder 4">
            <a:extLst xmlns:a="http://schemas.openxmlformats.org/drawingml/2006/main">
              <a:ext uri="{FF2B5EF4-FFF2-40B4-BE49-F238E27FC236}">
                <a16:creationId xmlns:a16="http://schemas.microsoft.com/office/drawing/2014/main" id="{7A06CD59-5280-4FA0-85A7-EC55C375A0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9091BF65-BB98-4633-8E42-A338B101C1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E01A59A-3D4F-4EA2-936B-CBC1035AB8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10.xml><?xml version="1.0" encoding="utf-8"?>
<p:sldLayout xmlns:p="http://schemas.openxmlformats.org/presentationml/2006/main" type="vertTx" preserve="1">
  <p:cSld name="Titel und vertikaler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344D4C-E9FC-476D-90F9-210241349F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Vertical Text Placeholder 2">
            <a:extLst xmlns:a="http://schemas.openxmlformats.org/drawingml/2006/main">
              <a:ext uri="{FF2B5EF4-FFF2-40B4-BE49-F238E27FC236}">
                <a16:creationId xmlns:a16="http://schemas.microsoft.com/office/drawing/2014/main" id="{AC499F42-B3A8-4945-9E18-E1C340127F3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EC07F4B4-FFA0-441F-8B8D-EFCEC02281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C2238675-93CF-49D3-A1AA-99ECAF620F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9C529E6-3179-4C7C-AD97-B9728F66A1B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11.xml><?xml version="1.0" encoding="utf-8"?>
<p:sldLayout xmlns:p="http://schemas.openxmlformats.org/presentationml/2006/main" type="vertTitleAndTx" preserve="1">
  <p:cSld name="Vertikaler Titel u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DADBF49-C12A-45B2-9B4A-9610832118C1}"/>
              </a:ext>
            </a:extLst>
          </p:cNvPr>
          <p:cNvSpPr>
            <a:spLocks xmlns:a="http://schemas.openxmlformats.org/drawingml/2006/main" noGrp="1"/>
          </p:cNvSpPr>
          <p:nvPr>
            <p:ph type="title" idx="0"/>
          </p:nvPr>
        </p:nvSpPr>
        <p:spPr>
          <a:xfrm xmlns:a="http://schemas.openxmlformats.org/drawingml/2006/main">
            <a:off x="4907757" y="527403"/>
            <a:ext cx="1478756" cy="8394877"/>
          </a:xfrm>
        </p:spPr>
        <p:txBody>
          <a:bodyPr xmlns:a="http://schemas.openxmlformats.org/drawingml/2006/main" vert="eaVert"/>
          <a:lstStyle xmlns:a="http://schemas.openxmlformats.org/drawingml/2006/main"/>
          <a:p xmlns:a="http://schemas.openxmlformats.org/drawingml/2006/main">
            <a:r>
              <a:t>Mastertitelformat bearbeiten</a:t>
            </a:r>
          </a:p>
        </p:txBody>
      </p:sp>
      <p:sp>
        <p:nvSpPr>
          <p:cNvPr id="3" name="Vertical Text Placeholder 2">
            <a:extLst xmlns:a="http://schemas.openxmlformats.org/drawingml/2006/main">
              <a:ext uri="{FF2B5EF4-FFF2-40B4-BE49-F238E27FC236}">
                <a16:creationId xmlns:a16="http://schemas.microsoft.com/office/drawing/2014/main" id="{2F9E15C2-14B5-4635-B946-BA985C481DC9}"/>
              </a:ext>
            </a:extLst>
          </p:cNvPr>
          <p:cNvSpPr>
            <a:spLocks xmlns:a="http://schemas.openxmlformats.org/drawingml/2006/main" noGrp="1"/>
          </p:cNvSpPr>
          <p:nvPr>
            <p:ph type="body" idx="1"/>
          </p:nvPr>
        </p:nvSpPr>
        <p:spPr>
          <a:xfrm xmlns:a="http://schemas.openxmlformats.org/drawingml/2006/main">
            <a:off x="471488" y="527403"/>
            <a:ext cx="4350544" cy="8394877"/>
          </a:xfrm>
        </p:spPr>
        <p:txBody>
          <a:bodyPr xmlns:a="http://schemas.openxmlformats.org/drawingml/2006/main" vert="eaVert"/>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32F3FE24-4A31-4CE9-9D49-AB9610A76F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94AB4016-2818-4B75-8C0C-BC3A3F8423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49333FB-4D73-4ADC-A5E1-5C56716179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5a7cce599f4ead" /><Relationship Type="http://schemas.openxmlformats.org/officeDocument/2006/relationships/slideLayout" Target="/ppt/slideLayouts/slideLayout1.xml" Id="R3470dc3bb8524f5e" /><Relationship Type="http://schemas.openxmlformats.org/officeDocument/2006/relationships/slideLayout" Target="/ppt/slideLayouts/slideLayout2.xml" Id="R8dc994f3571b4b87" /><Relationship Type="http://schemas.openxmlformats.org/officeDocument/2006/relationships/slideLayout" Target="/ppt/slideLayouts/slideLayout3.xml" Id="R1a4b4e16be904a95" /><Relationship Type="http://schemas.openxmlformats.org/officeDocument/2006/relationships/slideLayout" Target="/ppt/slideLayouts/slideLayout4.xml" Id="Read971436ce14de6" /><Relationship Type="http://schemas.openxmlformats.org/officeDocument/2006/relationships/slideLayout" Target="/ppt/slideLayouts/slideLayout5.xml" Id="Re9f983c3efff4286" /><Relationship Type="http://schemas.openxmlformats.org/officeDocument/2006/relationships/slideLayout" Target="/ppt/slideLayouts/slideLayout6.xml" Id="Raef339a88efa4a1b" /><Relationship Type="http://schemas.openxmlformats.org/officeDocument/2006/relationships/slideLayout" Target="/ppt/slideLayouts/slideLayout7.xml" Id="R598d7763de53435f" /><Relationship Type="http://schemas.openxmlformats.org/officeDocument/2006/relationships/slideLayout" Target="/ppt/slideLayouts/slideLayout8.xml" Id="R75a74be052b34754" /><Relationship Type="http://schemas.openxmlformats.org/officeDocument/2006/relationships/slideLayout" Target="/ppt/slideLayouts/slideLayout9.xml" Id="R2012fd88dd07415d" /><Relationship Type="http://schemas.openxmlformats.org/officeDocument/2006/relationships/slideLayout" Target="/ppt/slideLayouts/slideLayout10.xml" Id="Rce39145236d44d99" /><Relationship Type="http://schemas.openxmlformats.org/officeDocument/2006/relationships/slideLayout" Target="/ppt/slideLayouts/slideLayout11.xml" Id="R9a458a4a4f77426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21E8BB19-5A17-4452-BBE2-55FC2F22BC7B}"/>
              </a:ext>
            </a:extLst>
          </p:cNvPr>
          <p:cNvSpPr>
            <a:spLocks xmlns:a="http://schemas.openxmlformats.org/drawingml/2006/main" noGrp="1"/>
          </p:cNvSpPr>
          <p:nvPr>
            <p:ph type="title" idx="0"/>
          </p:nvPr>
        </p:nvSpPr>
        <p:spPr>
          <a:xfrm xmlns:a="http://schemas.openxmlformats.org/drawingml/2006/main">
            <a:off x="471488" y="527405"/>
            <a:ext cx="5915025" cy="191470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FD5CC77D-DAC9-43FA-B2CB-AF27FD7B26EC}"/>
              </a:ext>
            </a:extLst>
          </p:cNvPr>
          <p:cNvSpPr>
            <a:spLocks xmlns:a="http://schemas.openxmlformats.org/drawingml/2006/main" noGrp="1"/>
          </p:cNvSpPr>
          <p:nvPr>
            <p:ph type="body" idx="1"/>
          </p:nvPr>
        </p:nvSpPr>
        <p:spPr>
          <a:xfrm xmlns:a="http://schemas.openxmlformats.org/drawingml/2006/main">
            <a:off x="471488" y="2637014"/>
            <a:ext cx="5915025" cy="6285266"/>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9DA89804-6817-421D-AFF5-1D11C4303B11}"/>
              </a:ext>
            </a:extLst>
          </p:cNvPr>
          <p:cNvSpPr>
            <a:spLocks xmlns:a="http://schemas.openxmlformats.org/drawingml/2006/main" noGrp="1"/>
          </p:cNvSpPr>
          <p:nvPr>
            <p:ph type="dt" idx="2"/>
          </p:nvPr>
        </p:nvSpPr>
        <p:spPr>
          <a:xfrm xmlns:a="http://schemas.openxmlformats.org/drawingml/2006/main">
            <a:off x="471488" y="9181397"/>
            <a:ext cx="1543050"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75000"/>
                  </a:schemeClr>
                </a:solidFill>
              </a:defRPr>
            </a:lvl1pPr>
          </a:lstStyle>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94557C14-9DCD-4763-A352-2670A35FE87C}"/>
              </a:ext>
            </a:extLst>
          </p:cNvPr>
          <p:cNvSpPr>
            <a:spLocks xmlns:a="http://schemas.openxmlformats.org/drawingml/2006/main" noGrp="1"/>
          </p:cNvSpPr>
          <p:nvPr>
            <p:ph type="ftr" idx="3"/>
          </p:nvPr>
        </p:nvSpPr>
        <p:spPr>
          <a:xfrm xmlns:a="http://schemas.openxmlformats.org/drawingml/2006/main">
            <a:off x="2271713" y="9181397"/>
            <a:ext cx="2314575"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9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F8EB8B8-671B-483D-8F21-C6CDE28037A3}"/>
              </a:ext>
            </a:extLst>
          </p:cNvPr>
          <p:cNvSpPr>
            <a:spLocks xmlns:a="http://schemas.openxmlformats.org/drawingml/2006/main" noGrp="1"/>
          </p:cNvSpPr>
          <p:nvPr>
            <p:ph type="sldNum" idx="4"/>
          </p:nvPr>
        </p:nvSpPr>
        <p:spPr>
          <a:xfrm xmlns:a="http://schemas.openxmlformats.org/drawingml/2006/main">
            <a:off x="4843463" y="9181397"/>
            <a:ext cx="1543050"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75000"/>
                  </a:schemeClr>
                </a:solidFill>
              </a:defRPr>
            </a:lvl1pPr>
          </a:lstStyle>
          <a:p xmlns:a="http://schemas.openxmlformats.org/drawingml/2006/main">
            <a:fld id="{9A5175ED-A264-4BA1-93AD-224520E57639}" type="slidenum">
              <a:t>‹Nr.›</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70dc3bb8524f5e"/>
    <p:sldLayoutId xmlns:r="http://schemas.openxmlformats.org/officeDocument/2006/relationships" id="2147483650" r:id="R8dc994f3571b4b87"/>
    <p:sldLayoutId xmlns:r="http://schemas.openxmlformats.org/officeDocument/2006/relationships" id="2147483651" r:id="R1a4b4e16be904a95"/>
    <p:sldLayoutId xmlns:r="http://schemas.openxmlformats.org/officeDocument/2006/relationships" id="2147483652" r:id="Read971436ce14de6"/>
    <p:sldLayoutId xmlns:r="http://schemas.openxmlformats.org/officeDocument/2006/relationships" id="2147483653" r:id="Re9f983c3efff4286"/>
    <p:sldLayoutId xmlns:r="http://schemas.openxmlformats.org/officeDocument/2006/relationships" id="2147483654" r:id="Raef339a88efa4a1b"/>
    <p:sldLayoutId xmlns:r="http://schemas.openxmlformats.org/officeDocument/2006/relationships" id="2147483655" r:id="R598d7763de53435f"/>
    <p:sldLayoutId xmlns:r="http://schemas.openxmlformats.org/officeDocument/2006/relationships" id="2147483656" r:id="R75a74be052b34754"/>
    <p:sldLayoutId xmlns:r="http://schemas.openxmlformats.org/officeDocument/2006/relationships" id="2147483657" r:id="R2012fd88dd07415d"/>
    <p:sldLayoutId xmlns:r="http://schemas.openxmlformats.org/officeDocument/2006/relationships" id="2147483658" r:id="Rce39145236d44d99"/>
    <p:sldLayoutId xmlns:r="http://schemas.openxmlformats.org/officeDocument/2006/relationships" id="2147483659" r:id="R9a458a4a4f774267"/>
  </p:sldLayoutIdLst>
  <p:txStyles>
    <p:titleStyle>
      <a:lvl1pPr xmlns:a="http://schemas.openxmlformats.org/drawingml/2006/main" algn="l" defTabSz="685800">
        <a:lnSpc>
          <a:spcPct val="90000"/>
        </a:lnSpc>
        <a:spcBef>
          <a:spcPct val="0"/>
        </a:spcBef>
        <a:buNone/>
        <a:defRPr sz="33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1eee6c7c67446f" /><Relationship Type="http://schemas.openxmlformats.org/officeDocument/2006/relationships/image" Target="/ppt/media/image.jpeg" Id="R236efccb27f34918" /><Relationship Type="http://schemas.openxmlformats.org/officeDocument/2006/relationships/image" Target="/ppt/media/image.svg" Id="R4b37212cf3274009" /><Relationship Type="http://schemas.openxmlformats.org/officeDocument/2006/relationships/image" Target="/ppt/media/image.png" Id="R436fb5ca2c5a4aa9" /><Relationship Type="http://schemas.openxmlformats.org/officeDocument/2006/relationships/image" Target="/ppt/media/image2.svg" Id="Rea9f17e904944ad4" /><Relationship Type="http://schemas.openxmlformats.org/officeDocument/2006/relationships/image" Target="/ppt/media/image2.png" Id="R9c3ec3bbeb264e26" /><Relationship Type="http://schemas.openxmlformats.org/officeDocument/2006/relationships/image" Target="/ppt/media/image3.png" Id="Rd77b2d98cf2046d2" /><Relationship Type="http://schemas.openxmlformats.org/officeDocument/2006/relationships/image" Target="/ppt/media/image4.png" Id="R92f5443a142c4507" /><Relationship Type="http://schemas.openxmlformats.org/officeDocument/2006/relationships/image" Target="/ppt/media/image5.png" Id="Rebba32320af648be" /><Relationship Type="http://schemas.openxmlformats.org/officeDocument/2006/relationships/image" Target="/ppt/media/image6.png" Id="R25e411773c40493e" /><Relationship Type="http://schemas.openxmlformats.org/officeDocument/2006/relationships/image" Target="/ppt/media/image7.png" Id="R943d354f1a1145ff" /><Relationship Type="http://schemas.openxmlformats.org/officeDocument/2006/relationships/image" Target="/ppt/media/image8.png" Id="Rf69ee6a07512420e" /><Relationship Type="http://schemas.openxmlformats.org/officeDocument/2006/relationships/image" Target="/ppt/media/image9.png" Id="Rc144f00849b54691" /><Relationship Type="http://schemas.openxmlformats.org/officeDocument/2006/relationships/image" Target="/ppt/media/image10.png" Id="R2be5adb7a204467c" /><Relationship Type="http://schemas.openxmlformats.org/officeDocument/2006/relationships/image" Target="/ppt/media/image11.png" Id="Rb46adbb998c84ee6" /><Relationship Type="http://schemas.openxmlformats.org/officeDocument/2006/relationships/image" Target="/ppt/media/image12.png" Id="R82ba6fd751774fdb" /><Relationship Type="http://schemas.openxmlformats.org/officeDocument/2006/relationships/image" Target="/ppt/media/image13.png" Id="Re84a40df2d8f446e" /><Relationship Type="http://schemas.openxmlformats.org/officeDocument/2006/relationships/image" Target="/ppt/media/image14.png" Id="R6bc38982aad0499a" /><Relationship Type="http://schemas.openxmlformats.org/officeDocument/2006/relationships/notesSlide" Target="/ppt/notesSlides/notesSlide1.xml" Id="R1d1354a85af4435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Rechteck">
            <a:extLst xmlns:a="http://schemas.openxmlformats.org/drawingml/2006/main">
              <a:ext uri="{FF2B5EF4-FFF2-40B4-BE49-F238E27FC236}">
                <a16:creationId xmlns:a16="http://schemas.microsoft.com/office/drawing/2014/main" id="{21AA5DBD-B2C7-405C-8A3E-D9133923CDA8}"/>
              </a:ext>
            </a:extLst>
          </p:cNvPr>
          <p:cNvSpPr>
            <a:spLocks xmlns:a="http://schemas.openxmlformats.org/drawingml/2006/main" noGrp="1"/>
          </p:cNvSpPr>
          <p:nvPr/>
        </p:nvSpPr>
        <p:spPr>
          <a:xfrm xmlns:a="http://schemas.openxmlformats.org/drawingml/2006/main">
            <a:off x="0" y="0"/>
            <a:ext cx="2424684" cy="9906000"/>
          </a:xfrm>
          <a:prstGeom xmlns:a="http://schemas.openxmlformats.org/drawingml/2006/main" prst="rect">
            <a:avLst/>
          </a:prstGeom>
          <a:solidFill xmlns:a="http://schemas.openxmlformats.org/drawingml/2006/main">
            <a:srgbClr val="3399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5" name="Ellipse 4">
            <a:extLst xmlns:a="http://schemas.openxmlformats.org/drawingml/2006/main">
              <a:ext uri="{FF2B5EF4-FFF2-40B4-BE49-F238E27FC236}">
                <a16:creationId xmlns:a16="http://schemas.microsoft.com/office/drawing/2014/main" id="{6BD9946B-7A65-4B0F-A0FB-E8CC35677CB9}"/>
              </a:ext>
            </a:extLst>
          </p:cNvPr>
          <p:cNvSpPr>
            <a:spLocks xmlns:a="http://schemas.openxmlformats.org/drawingml/2006/main" noGrp="1"/>
          </p:cNvSpPr>
          <p:nvPr/>
        </p:nvSpPr>
        <p:spPr>
          <a:xfrm xmlns:a="http://schemas.openxmlformats.org/drawingml/2006/main">
            <a:off x="565499" y="70199"/>
            <a:ext cx="1340072" cy="1340072"/>
          </a:xfrm>
          <a:prstGeom xmlns:a="http://schemas.openxmlformats.org/drawingml/2006/main" prst="ellipse">
            <a:avLst/>
          </a:prstGeom>
          <a:noFill xmlns:a="http://schemas.openxmlformats.org/drawingml/2006/main"/>
          <a:ln xmlns:a="http://schemas.openxmlformats.org/drawingml/2006/main" w="57150">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8" name="Grafik 6">
            <a:extLst xmlns:a="http://schemas.openxmlformats.org/drawingml/2006/main">
              <a:ext uri="{FF2B5EF4-FFF2-40B4-BE49-F238E27FC236}">
                <a16:creationId xmlns:a16="http://schemas.microsoft.com/office/drawing/2014/main" id="{B69F723C-7898-43C5-9F2E-124DAE61444D}"/>
              </a:ext>
            </a:extLst>
          </p:cNvPr>
          <p:cNvPicPr>
            <a:picLocks xmlns:a="http://schemas.openxmlformats.org/drawingml/2006/main" noChangeAspect="1"/>
          </p:cNvPicPr>
          <p:nvPr/>
        </p:nvPicPr>
        <p:blipFill>
          <a:blip xmlns:r="http://schemas.openxmlformats.org/officeDocument/2006/relationships" xmlns:a="http://schemas.openxmlformats.org/drawingml/2006/main" r:embed="R236efccb27f34918">
            <a:extLst>
              <a:ext uri="{96DAC541-7B7A-43D3-8B79-37D633B846F1}">
                <asvg:svgBlip xmlns:asvg="http://schemas.microsoft.com/office/drawing/2016/SVG/main" r:embed="R4b37212cf3274009"/>
              </a:ext>
            </a:extLst>
          </a:blip>
          <a:stretch xmlns:a="http://schemas.openxmlformats.org/drawingml/2006/main">
            <a:fillRect l="0" t="0" r="0" b="0"/>
          </a:stretch>
        </p:blipFill>
        <p:spPr>
          <a:xfrm xmlns:a="http://schemas.openxmlformats.org/drawingml/2006/main">
            <a:off x="1137266" y="485943"/>
            <a:ext cx="701888" cy="701888"/>
          </a:xfrm>
          <a:prstGeom xmlns:a="http://schemas.openxmlformats.org/drawingml/2006/main" prst="rect">
            <a:avLst/>
          </a:prstGeom>
        </p:spPr>
      </p:pic>
      <p:pic>
        <p:nvPicPr>
          <p:cNvPr id="199" name="Grafik 8">
            <a:extLst xmlns:a="http://schemas.openxmlformats.org/drawingml/2006/main">
              <a:ext uri="{FF2B5EF4-FFF2-40B4-BE49-F238E27FC236}">
                <a16:creationId xmlns:a16="http://schemas.microsoft.com/office/drawing/2014/main" id="{EFDFBD1C-0A7C-4706-BD4A-34B49D05FD76}"/>
              </a:ext>
            </a:extLst>
          </p:cNvPr>
          <p:cNvPicPr>
            <a:picLocks xmlns:a="http://schemas.openxmlformats.org/drawingml/2006/main" noChangeAspect="1"/>
          </p:cNvPicPr>
          <p:nvPr/>
        </p:nvPicPr>
        <p:blipFill>
          <a:blip xmlns:r="http://schemas.openxmlformats.org/officeDocument/2006/relationships" xmlns:a="http://schemas.openxmlformats.org/drawingml/2006/main" r:embed="R436fb5ca2c5a4aa9">
            <a:extLst>
              <a:ext uri="{96DAC541-7B7A-43D3-8B79-37D633B846F1}">
                <asvg:svgBlip xmlns:asvg="http://schemas.microsoft.com/office/drawing/2016/SVG/main" r:embed="Rea9f17e904944ad4"/>
              </a:ext>
            </a:extLst>
          </a:blip>
          <a:stretch xmlns:a="http://schemas.openxmlformats.org/drawingml/2006/main">
            <a:fillRect l="0" t="0" r="0" b="0"/>
          </a:stretch>
        </p:blipFill>
        <p:spPr>
          <a:xfrm xmlns:a="http://schemas.openxmlformats.org/drawingml/2006/main">
            <a:off x="592464" y="485944"/>
            <a:ext cx="701888" cy="701888"/>
          </a:xfrm>
          <a:prstGeom xmlns:a="http://schemas.openxmlformats.org/drawingml/2006/main" prst="rect">
            <a:avLst/>
          </a:prstGeom>
        </p:spPr>
      </p:pic>
      <p:pic>
        <p:nvPicPr>
          <p:cNvPr id="200" name="Grafik 14">
            <a:extLst xmlns:a="http://schemas.openxmlformats.org/drawingml/2006/main">
              <a:ext uri="{FF2B5EF4-FFF2-40B4-BE49-F238E27FC236}">
                <a16:creationId xmlns:a16="http://schemas.microsoft.com/office/drawing/2014/main" id="{7A18555E-5BB3-48AC-875E-8CBBF3B48E74}"/>
              </a:ext>
            </a:extLst>
          </p:cNvPr>
          <p:cNvPicPr>
            <a:picLocks xmlns:a="http://schemas.openxmlformats.org/drawingml/2006/main" noChangeAspect="1"/>
          </p:cNvPicPr>
          <p:nvPr/>
        </p:nvPicPr>
        <p:blipFill>
          <a:blip xmlns:r="http://schemas.openxmlformats.org/officeDocument/2006/relationships" xmlns:a="http://schemas.openxmlformats.org/drawingml/2006/main" r:embed="R9c3ec3bbeb264e26"/>
          <a:stretch xmlns:a="http://schemas.openxmlformats.org/drawingml/2006/main">
            <a:fillRect l="0" t="0" r="0" b="0"/>
          </a:stretch>
        </p:blipFill>
        <p:spPr>
          <a:xfrm xmlns:a="http://schemas.openxmlformats.org/drawingml/2006/main">
            <a:off x="696445" y="2643818"/>
            <a:ext cx="336384" cy="336384"/>
          </a:xfrm>
          <a:prstGeom xmlns:a="http://schemas.openxmlformats.org/drawingml/2006/main" prst="rect">
            <a:avLst/>
          </a:prstGeom>
        </p:spPr>
      </p:pic>
      <p:pic>
        <p:nvPicPr>
          <p:cNvPr id="201" name="Grafik 16">
            <a:extLst xmlns:a="http://schemas.openxmlformats.org/drawingml/2006/main">
              <a:ext uri="{FF2B5EF4-FFF2-40B4-BE49-F238E27FC236}">
                <a16:creationId xmlns:a16="http://schemas.microsoft.com/office/drawing/2014/main" id="{0F6FBD80-8C3F-425F-A611-7A89B8BD17E1}"/>
              </a:ext>
            </a:extLst>
          </p:cNvPr>
          <p:cNvPicPr>
            <a:picLocks xmlns:a="http://schemas.openxmlformats.org/drawingml/2006/main" noChangeAspect="1"/>
          </p:cNvPicPr>
          <p:nvPr/>
        </p:nvPicPr>
        <p:blipFill>
          <a:blip xmlns:r="http://schemas.openxmlformats.org/officeDocument/2006/relationships" xmlns:a="http://schemas.openxmlformats.org/drawingml/2006/main" r:embed="Rd77b2d98cf2046d2"/>
          <a:stretch xmlns:a="http://schemas.openxmlformats.org/drawingml/2006/main">
            <a:fillRect l="0" t="0" r="0" b="0"/>
          </a:stretch>
        </p:blipFill>
        <p:spPr>
          <a:xfrm xmlns:a="http://schemas.openxmlformats.org/drawingml/2006/main">
            <a:off x="214066" y="8627364"/>
            <a:ext cx="265742" cy="265742"/>
          </a:xfrm>
          <a:prstGeom xmlns:a="http://schemas.openxmlformats.org/drawingml/2006/main" prst="rect">
            <a:avLst/>
          </a:prstGeom>
        </p:spPr>
      </p:pic>
      <p:pic>
        <p:nvPicPr>
          <p:cNvPr id="202" name="Grafik 18">
            <a:extLst xmlns:a="http://schemas.openxmlformats.org/drawingml/2006/main">
              <a:ext uri="{FF2B5EF4-FFF2-40B4-BE49-F238E27FC236}">
                <a16:creationId xmlns:a16="http://schemas.microsoft.com/office/drawing/2014/main" id="{104A642D-5C40-44ED-B682-A018022F7AE6}"/>
              </a:ext>
            </a:extLst>
          </p:cNvPr>
          <p:cNvPicPr>
            <a:picLocks xmlns:a="http://schemas.openxmlformats.org/drawingml/2006/main" noChangeAspect="1"/>
          </p:cNvPicPr>
          <p:nvPr/>
        </p:nvPicPr>
        <p:blipFill>
          <a:blip xmlns:r="http://schemas.openxmlformats.org/officeDocument/2006/relationships" xmlns:a="http://schemas.openxmlformats.org/drawingml/2006/main" r:embed="R92f5443a142c4507"/>
          <a:stretch xmlns:a="http://schemas.openxmlformats.org/drawingml/2006/main">
            <a:fillRect l="0" t="0" r="0" b="0"/>
          </a:stretch>
        </p:blipFill>
        <p:spPr>
          <a:xfrm xmlns:a="http://schemas.openxmlformats.org/drawingml/2006/main">
            <a:off x="587532" y="8627364"/>
            <a:ext cx="265742" cy="265742"/>
          </a:xfrm>
          <a:prstGeom xmlns:a="http://schemas.openxmlformats.org/drawingml/2006/main" prst="rect">
            <a:avLst/>
          </a:prstGeom>
        </p:spPr>
      </p:pic>
      <p:pic>
        <p:nvPicPr>
          <p:cNvPr id="203" name="Grafik 20">
            <a:extLst xmlns:a="http://schemas.openxmlformats.org/drawingml/2006/main">
              <a:ext uri="{FF2B5EF4-FFF2-40B4-BE49-F238E27FC236}">
                <a16:creationId xmlns:a16="http://schemas.microsoft.com/office/drawing/2014/main" id="{64D01C5A-FA56-405F-8DC2-87C2330003F5}"/>
              </a:ext>
            </a:extLst>
          </p:cNvPr>
          <p:cNvPicPr>
            <a:picLocks xmlns:a="http://schemas.openxmlformats.org/drawingml/2006/main" noChangeAspect="1"/>
          </p:cNvPicPr>
          <p:nvPr/>
        </p:nvPicPr>
        <p:blipFill>
          <a:blip xmlns:r="http://schemas.openxmlformats.org/officeDocument/2006/relationships" xmlns:a="http://schemas.openxmlformats.org/drawingml/2006/main" r:embed="Rebba32320af648be"/>
          <a:stretch xmlns:a="http://schemas.openxmlformats.org/drawingml/2006/main">
            <a:fillRect l="0" t="0" r="0" b="0"/>
          </a:stretch>
        </p:blipFill>
        <p:spPr>
          <a:xfrm xmlns:a="http://schemas.openxmlformats.org/drawingml/2006/main">
            <a:off x="989085" y="8607554"/>
            <a:ext cx="265742" cy="265742"/>
          </a:xfrm>
          <a:prstGeom xmlns:a="http://schemas.openxmlformats.org/drawingml/2006/main" prst="rect">
            <a:avLst/>
          </a:prstGeom>
        </p:spPr>
      </p:pic>
      <p:pic>
        <p:nvPicPr>
          <p:cNvPr id="204" name="Grafik 22">
            <a:extLst xmlns:a="http://schemas.openxmlformats.org/drawingml/2006/main">
              <a:ext uri="{FF2B5EF4-FFF2-40B4-BE49-F238E27FC236}">
                <a16:creationId xmlns:a16="http://schemas.microsoft.com/office/drawing/2014/main" id="{542F5132-063C-4DC1-87BB-6A8024D4EE95}"/>
              </a:ext>
            </a:extLst>
          </p:cNvPr>
          <p:cNvPicPr>
            <a:picLocks xmlns:a="http://schemas.openxmlformats.org/drawingml/2006/main" noChangeAspect="1"/>
          </p:cNvPicPr>
          <p:nvPr/>
        </p:nvPicPr>
        <p:blipFill>
          <a:blip xmlns:r="http://schemas.openxmlformats.org/officeDocument/2006/relationships" xmlns:a="http://schemas.openxmlformats.org/drawingml/2006/main" r:embed="R25e411773c40493e"/>
          <a:stretch xmlns:a="http://schemas.openxmlformats.org/drawingml/2006/main">
            <a:fillRect l="0" t="0" r="0" b="0"/>
          </a:stretch>
        </p:blipFill>
        <p:spPr>
          <a:xfrm xmlns:a="http://schemas.openxmlformats.org/drawingml/2006/main">
            <a:off x="192676" y="9197885"/>
            <a:ext cx="265742" cy="265742"/>
          </a:xfrm>
          <a:prstGeom xmlns:a="http://schemas.openxmlformats.org/drawingml/2006/main" prst="rect">
            <a:avLst/>
          </a:prstGeom>
        </p:spPr>
      </p:pic>
      <p:pic>
        <p:nvPicPr>
          <p:cNvPr id="205" name="Grafik 24">
            <a:extLst xmlns:a="http://schemas.openxmlformats.org/drawingml/2006/main">
              <a:ext uri="{FF2B5EF4-FFF2-40B4-BE49-F238E27FC236}">
                <a16:creationId xmlns:a16="http://schemas.microsoft.com/office/drawing/2014/main" id="{557695E2-DED9-4D9D-89AA-493DB7C4DD49}"/>
              </a:ext>
            </a:extLst>
          </p:cNvPr>
          <p:cNvPicPr>
            <a:picLocks xmlns:a="http://schemas.openxmlformats.org/drawingml/2006/main" noChangeAspect="1"/>
          </p:cNvPicPr>
          <p:nvPr/>
        </p:nvPicPr>
        <p:blipFill>
          <a:blip xmlns:r="http://schemas.openxmlformats.org/officeDocument/2006/relationships" xmlns:a="http://schemas.openxmlformats.org/drawingml/2006/main" r:embed="R943d354f1a1145ff"/>
          <a:stretch xmlns:a="http://schemas.openxmlformats.org/drawingml/2006/main">
            <a:fillRect l="0" t="0" r="0" b="0"/>
          </a:stretch>
        </p:blipFill>
        <p:spPr>
          <a:xfrm xmlns:a="http://schemas.openxmlformats.org/drawingml/2006/main">
            <a:off x="557675" y="9209255"/>
            <a:ext cx="265742" cy="265742"/>
          </a:xfrm>
          <a:prstGeom xmlns:a="http://schemas.openxmlformats.org/drawingml/2006/main" prst="rect">
            <a:avLst/>
          </a:prstGeom>
        </p:spPr>
      </p:pic>
      <p:pic>
        <p:nvPicPr>
          <p:cNvPr id="206" name="Grafik 26">
            <a:extLst xmlns:a="http://schemas.openxmlformats.org/drawingml/2006/main">
              <a:ext uri="{FF2B5EF4-FFF2-40B4-BE49-F238E27FC236}">
                <a16:creationId xmlns:a16="http://schemas.microsoft.com/office/drawing/2014/main" id="{B70597A6-B192-4860-8D80-3541A6CB7E50}"/>
              </a:ext>
            </a:extLst>
          </p:cNvPr>
          <p:cNvPicPr>
            <a:picLocks xmlns:a="http://schemas.openxmlformats.org/drawingml/2006/main" noChangeAspect="1"/>
          </p:cNvPicPr>
          <p:nvPr/>
        </p:nvPicPr>
        <p:blipFill>
          <a:blip xmlns:r="http://schemas.openxmlformats.org/officeDocument/2006/relationships" xmlns:a="http://schemas.openxmlformats.org/drawingml/2006/main" r:embed="Rf69ee6a07512420e"/>
          <a:stretch xmlns:a="http://schemas.openxmlformats.org/drawingml/2006/main">
            <a:fillRect l="0" t="0" r="0" b="0"/>
          </a:stretch>
        </p:blipFill>
        <p:spPr>
          <a:xfrm xmlns:a="http://schemas.openxmlformats.org/drawingml/2006/main">
            <a:off x="157117" y="2643818"/>
            <a:ext cx="336384" cy="336384"/>
          </a:xfrm>
          <a:prstGeom xmlns:a="http://schemas.openxmlformats.org/drawingml/2006/main" prst="rect">
            <a:avLst/>
          </a:prstGeom>
        </p:spPr>
      </p:pic>
      <p:sp>
        <p:nvSpPr>
          <p:cNvPr id="28" name="Rechteck">
            <a:extLst xmlns:a="http://schemas.openxmlformats.org/drawingml/2006/main">
              <a:ext uri="{FF2B5EF4-FFF2-40B4-BE49-F238E27FC236}">
                <a16:creationId xmlns:a16="http://schemas.microsoft.com/office/drawing/2014/main" id="{4750C0A6-490D-4A49-8A18-E73489E56FE9}"/>
              </a:ext>
            </a:extLst>
          </p:cNvPr>
          <p:cNvSpPr>
            <a:spLocks xmlns:a="http://schemas.openxmlformats.org/drawingml/2006/main" noGrp="1"/>
          </p:cNvSpPr>
          <p:nvPr/>
        </p:nvSpPr>
        <p:spPr>
          <a:xfrm xmlns:a="http://schemas.openxmlformats.org/drawingml/2006/main">
            <a:off x="2418207" y="0"/>
            <a:ext cx="147638" cy="9663113"/>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endParaRPr>
          </a:p>
        </p:txBody>
      </p:sp>
      <p:sp>
        <p:nvSpPr>
          <p:cNvPr id="30" name="Rechtwinkliges Dreieck 29">
            <a:extLst xmlns:a="http://schemas.openxmlformats.org/drawingml/2006/main">
              <a:ext uri="{FF2B5EF4-FFF2-40B4-BE49-F238E27FC236}">
                <a16:creationId xmlns:a16="http://schemas.microsoft.com/office/drawing/2014/main" id="{F58D6FA0-8034-4CC5-8929-30729B0E12D2}"/>
              </a:ext>
            </a:extLst>
          </p:cNvPr>
          <p:cNvSpPr>
            <a:spLocks xmlns:a="http://schemas.openxmlformats.org/drawingml/2006/main" noGrp="1"/>
          </p:cNvSpPr>
          <p:nvPr/>
        </p:nvSpPr>
        <p:spPr>
          <a:xfrm xmlns:a="http://schemas.openxmlformats.org/drawingml/2006/main" rot="5400000">
            <a:off x="2372011" y="9709309"/>
            <a:ext cx="239935" cy="147638"/>
          </a:xfrm>
          <a:prstGeom xmlns:a="http://schemas.openxmlformats.org/drawingml/2006/main" prst="rtTriangle">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endParaRPr>
          </a:p>
        </p:txBody>
      </p:sp>
      <p:pic>
        <p:nvPicPr>
          <p:cNvPr id="209" name="Grafik 38">
            <a:extLst xmlns:a="http://schemas.openxmlformats.org/drawingml/2006/main">
              <a:ext uri="{FF2B5EF4-FFF2-40B4-BE49-F238E27FC236}">
                <a16:creationId xmlns:a16="http://schemas.microsoft.com/office/drawing/2014/main" id="{598EA948-6F4F-4F48-8EFD-9A60061C6E85}"/>
              </a:ext>
            </a:extLst>
          </p:cNvPr>
          <p:cNvPicPr>
            <a:picLocks xmlns:a="http://schemas.openxmlformats.org/drawingml/2006/main" noChangeAspect="1"/>
          </p:cNvPicPr>
          <p:nvPr/>
        </p:nvPicPr>
        <p:blipFill>
          <a:blip xmlns:r="http://schemas.openxmlformats.org/officeDocument/2006/relationships" xmlns:a="http://schemas.openxmlformats.org/drawingml/2006/main" r:embed="Rc144f00849b54691"/>
          <a:stretch xmlns:a="http://schemas.openxmlformats.org/drawingml/2006/main">
            <a:fillRect l="0" t="0" r="0" b="0"/>
          </a:stretch>
        </p:blipFill>
        <p:spPr>
          <a:xfrm xmlns:a="http://schemas.openxmlformats.org/drawingml/2006/main">
            <a:off x="1426017" y="8616954"/>
            <a:ext cx="265742" cy="265742"/>
          </a:xfrm>
          <a:prstGeom xmlns:a="http://schemas.openxmlformats.org/drawingml/2006/main" prst="rect">
            <a:avLst/>
          </a:prstGeom>
        </p:spPr>
      </p:pic>
      <p:pic>
        <p:nvPicPr>
          <p:cNvPr id="210" name="Grafik 40">
            <a:extLst xmlns:a="http://schemas.openxmlformats.org/drawingml/2006/main">
              <a:ext uri="{FF2B5EF4-FFF2-40B4-BE49-F238E27FC236}">
                <a16:creationId xmlns:a16="http://schemas.microsoft.com/office/drawing/2014/main" id="{693A9B69-83D2-4A1F-9236-7FC1E10EAFF2}"/>
              </a:ext>
            </a:extLst>
          </p:cNvPr>
          <p:cNvPicPr>
            <a:picLocks xmlns:a="http://schemas.openxmlformats.org/drawingml/2006/main" noChangeAspect="1"/>
          </p:cNvPicPr>
          <p:nvPr/>
        </p:nvPicPr>
        <p:blipFill>
          <a:blip xmlns:r="http://schemas.openxmlformats.org/officeDocument/2006/relationships" xmlns:a="http://schemas.openxmlformats.org/drawingml/2006/main" r:embed="R2be5adb7a204467c"/>
          <a:stretch xmlns:a="http://schemas.openxmlformats.org/drawingml/2006/main">
            <a:fillRect l="0" t="0" r="0" b="0"/>
          </a:stretch>
        </p:blipFill>
        <p:spPr>
          <a:xfrm xmlns:a="http://schemas.openxmlformats.org/drawingml/2006/main">
            <a:off x="961029" y="9197885"/>
            <a:ext cx="265742" cy="265742"/>
          </a:xfrm>
          <a:prstGeom xmlns:a="http://schemas.openxmlformats.org/drawingml/2006/main" prst="rect">
            <a:avLst/>
          </a:prstGeom>
        </p:spPr>
      </p:pic>
      <p:sp>
        <p:nvSpPr>
          <p:cNvPr id="46" name="40%">
            <a:extLst xmlns:a="http://schemas.openxmlformats.org/drawingml/2006/main">
              <a:ext uri="{FF2B5EF4-FFF2-40B4-BE49-F238E27FC236}">
                <a16:creationId xmlns:a16="http://schemas.microsoft.com/office/drawing/2014/main" id="{B105F850-775B-4953-9FDA-6173836F405B}"/>
              </a:ext>
            </a:extLst>
          </p:cNvPr>
          <p:cNvSpPr>
            <a:spLocks xmlns:a="http://schemas.openxmlformats.org/drawingml/2006/main" noGrp="1"/>
          </p:cNvSpPr>
          <p:nvPr/>
        </p:nvSpPr>
        <p:spPr>
          <a:xfrm xmlns:a="http://schemas.openxmlformats.org/drawingml/2006/main">
            <a:off x="141827"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30%</a:t>
            </a:r>
          </a:p>
        </p:txBody>
      </p:sp>
      <p:sp>
        <p:nvSpPr>
          <p:cNvPr id="47" name="5%">
            <a:extLst xmlns:a="http://schemas.openxmlformats.org/drawingml/2006/main">
              <a:ext uri="{FF2B5EF4-FFF2-40B4-BE49-F238E27FC236}">
                <a16:creationId xmlns:a16="http://schemas.microsoft.com/office/drawing/2014/main" id="{B761FD74-41CC-4517-8360-224480B54095}"/>
              </a:ext>
            </a:extLst>
          </p:cNvPr>
          <p:cNvSpPr>
            <a:spLocks xmlns:a="http://schemas.openxmlformats.org/drawingml/2006/main" noGrp="1"/>
          </p:cNvSpPr>
          <p:nvPr/>
        </p:nvSpPr>
        <p:spPr>
          <a:xfrm xmlns:a="http://schemas.openxmlformats.org/drawingml/2006/main">
            <a:off x="1032605" y="8946356"/>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48" name="15%">
            <a:extLst xmlns:a="http://schemas.openxmlformats.org/drawingml/2006/main">
              <a:ext uri="{FF2B5EF4-FFF2-40B4-BE49-F238E27FC236}">
                <a16:creationId xmlns:a16="http://schemas.microsoft.com/office/drawing/2014/main" id="{B3AFBE9D-3B87-4EEE-A4DC-243DAB4A00FF}"/>
              </a:ext>
            </a:extLst>
          </p:cNvPr>
          <p:cNvSpPr>
            <a:spLocks xmlns:a="http://schemas.openxmlformats.org/drawingml/2006/main" noGrp="1"/>
          </p:cNvSpPr>
          <p:nvPr/>
        </p:nvSpPr>
        <p:spPr>
          <a:xfrm xmlns:a="http://schemas.openxmlformats.org/drawingml/2006/main">
            <a:off x="570167"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20%</a:t>
            </a:r>
          </a:p>
        </p:txBody>
      </p:sp>
      <p:sp>
        <p:nvSpPr>
          <p:cNvPr id="49" name="40%">
            <a:extLst xmlns:a="http://schemas.openxmlformats.org/drawingml/2006/main">
              <a:ext uri="{FF2B5EF4-FFF2-40B4-BE49-F238E27FC236}">
                <a16:creationId xmlns:a16="http://schemas.microsoft.com/office/drawing/2014/main" id="{141A722F-4165-4835-A979-F38C4B4AB514}"/>
              </a:ext>
            </a:extLst>
          </p:cNvPr>
          <p:cNvSpPr>
            <a:spLocks xmlns:a="http://schemas.openxmlformats.org/drawingml/2006/main" noGrp="1"/>
          </p:cNvSpPr>
          <p:nvPr/>
        </p:nvSpPr>
        <p:spPr>
          <a:xfrm xmlns:a="http://schemas.openxmlformats.org/drawingml/2006/main">
            <a:off x="529114" y="9511379"/>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0" name="0%">
            <a:extLst xmlns:a="http://schemas.openxmlformats.org/drawingml/2006/main">
              <a:ext uri="{FF2B5EF4-FFF2-40B4-BE49-F238E27FC236}">
                <a16:creationId xmlns:a16="http://schemas.microsoft.com/office/drawing/2014/main" id="{93267ABD-3B59-438D-939B-BF4207DA111D}"/>
              </a:ext>
            </a:extLst>
          </p:cNvPr>
          <p:cNvSpPr>
            <a:spLocks xmlns:a="http://schemas.openxmlformats.org/drawingml/2006/main" noGrp="1"/>
          </p:cNvSpPr>
          <p:nvPr/>
        </p:nvSpPr>
        <p:spPr>
          <a:xfrm xmlns:a="http://schemas.openxmlformats.org/drawingml/2006/main">
            <a:off x="936022" y="9511379"/>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40%</a:t>
            </a:r>
          </a:p>
        </p:txBody>
      </p:sp>
      <p:pic>
        <p:nvPicPr>
          <p:cNvPr id="216" name="Grafik 51">
            <a:extLst xmlns:a="http://schemas.openxmlformats.org/drawingml/2006/main">
              <a:ext uri="{FF2B5EF4-FFF2-40B4-BE49-F238E27FC236}">
                <a16:creationId xmlns:a16="http://schemas.microsoft.com/office/drawing/2014/main" id="{1EC7F35C-4EAC-4706-9A78-AD66F4FD92A1}"/>
              </a:ext>
            </a:extLst>
          </p:cNvPr>
          <p:cNvPicPr>
            <a:picLocks xmlns:a="http://schemas.openxmlformats.org/drawingml/2006/main" noChangeAspect="1"/>
          </p:cNvPicPr>
          <p:nvPr/>
        </p:nvPicPr>
        <p:blipFill>
          <a:blip xmlns:r="http://schemas.openxmlformats.org/officeDocument/2006/relationships" xmlns:a="http://schemas.openxmlformats.org/drawingml/2006/main" r:embed="Rb46adbb998c84ee6"/>
          <a:stretch xmlns:a="http://schemas.openxmlformats.org/drawingml/2006/main">
            <a:fillRect l="0" t="0" r="0" b="0"/>
          </a:stretch>
        </p:blipFill>
        <p:spPr>
          <a:xfrm xmlns:a="http://schemas.openxmlformats.org/drawingml/2006/main">
            <a:off x="1888922" y="8656394"/>
            <a:ext cx="265743" cy="265743"/>
          </a:xfrm>
          <a:prstGeom xmlns:a="http://schemas.openxmlformats.org/drawingml/2006/main" prst="rect">
            <a:avLst/>
          </a:prstGeom>
        </p:spPr>
      </p:pic>
      <p:sp>
        <p:nvSpPr>
          <p:cNvPr id="53" name="40%">
            <a:extLst xmlns:a="http://schemas.openxmlformats.org/drawingml/2006/main">
              <a:ext uri="{FF2B5EF4-FFF2-40B4-BE49-F238E27FC236}">
                <a16:creationId xmlns:a16="http://schemas.microsoft.com/office/drawing/2014/main" id="{93F35EC7-36D9-4745-9986-C4FE7847053C}"/>
              </a:ext>
            </a:extLst>
          </p:cNvPr>
          <p:cNvSpPr>
            <a:spLocks xmlns:a="http://schemas.openxmlformats.org/drawingml/2006/main" noGrp="1"/>
          </p:cNvSpPr>
          <p:nvPr/>
        </p:nvSpPr>
        <p:spPr>
          <a:xfrm xmlns:a="http://schemas.openxmlformats.org/drawingml/2006/main">
            <a:off x="120396" y="9513761"/>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10%</a:t>
            </a:r>
          </a:p>
        </p:txBody>
      </p:sp>
      <p:sp>
        <p:nvSpPr>
          <p:cNvPr id="54" name="5%">
            <a:extLst xmlns:a="http://schemas.openxmlformats.org/drawingml/2006/main">
              <a:ext uri="{FF2B5EF4-FFF2-40B4-BE49-F238E27FC236}">
                <a16:creationId xmlns:a16="http://schemas.microsoft.com/office/drawing/2014/main" id="{42115540-9E2E-4549-A8B0-48B52CFC47CF}"/>
              </a:ext>
            </a:extLst>
          </p:cNvPr>
          <p:cNvSpPr>
            <a:spLocks xmlns:a="http://schemas.openxmlformats.org/drawingml/2006/main" noGrp="1"/>
          </p:cNvSpPr>
          <p:nvPr/>
        </p:nvSpPr>
        <p:spPr>
          <a:xfrm xmlns:a="http://schemas.openxmlformats.org/drawingml/2006/main">
            <a:off x="1445990"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6" name="5%">
            <a:extLst xmlns:a="http://schemas.openxmlformats.org/drawingml/2006/main">
              <a:ext uri="{FF2B5EF4-FFF2-40B4-BE49-F238E27FC236}">
                <a16:creationId xmlns:a16="http://schemas.microsoft.com/office/drawing/2014/main" id="{D9049078-B517-4566-B31B-5005796A8C8F}"/>
              </a:ext>
            </a:extLst>
          </p:cNvPr>
          <p:cNvSpPr>
            <a:spLocks xmlns:a="http://schemas.openxmlformats.org/drawingml/2006/main" noGrp="1"/>
          </p:cNvSpPr>
          <p:nvPr/>
        </p:nvSpPr>
        <p:spPr>
          <a:xfrm xmlns:a="http://schemas.openxmlformats.org/drawingml/2006/main">
            <a:off x="1830133" y="8953024"/>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7" name="Persönlichkeit">
            <a:extLst xmlns:a="http://schemas.openxmlformats.org/drawingml/2006/main">
              <a:ext uri="{FF2B5EF4-FFF2-40B4-BE49-F238E27FC236}">
                <a16:creationId xmlns:a16="http://schemas.microsoft.com/office/drawing/2014/main" id="{28B2D65B-7C0A-4540-9BB1-3A2BA1C3B320}"/>
              </a:ext>
            </a:extLst>
          </p:cNvPr>
          <p:cNvSpPr>
            <a:spLocks xmlns:a="http://schemas.openxmlformats.org/drawingml/2006/main" noGrp="1"/>
          </p:cNvSpPr>
          <p:nvPr/>
        </p:nvSpPr>
        <p:spPr>
          <a:xfrm xmlns:a="http://schemas.openxmlformats.org/drawingml/2006/main">
            <a:off x="134303" y="4389025"/>
            <a:ext cx="135721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000" b="0" spc="70">
                <a:solidFill>
                  <a:srgbClr val="FFFFFF"/>
                </a:solidFill>
                <a:latin typeface="Arial"/>
                <a:ea typeface="Arial"/>
                <a:cs typeface="Arial"/>
              </a:defRPr>
            </a:lvl1pPr>
          </a:lstStyle>
          <a:p xmlns:a="http://schemas.openxmlformats.org/drawingml/2006/main">
            <a:r>
              <a:t>Internet</a:t>
            </a:r>
          </a:p>
        </p:txBody>
      </p:sp>
      <p:sp>
        <p:nvSpPr>
          <p:cNvPr id="58" name="Extrovertiert">
            <a:extLst xmlns:a="http://schemas.openxmlformats.org/drawingml/2006/main">
              <a:ext uri="{FF2B5EF4-FFF2-40B4-BE49-F238E27FC236}">
                <a16:creationId xmlns:a16="http://schemas.microsoft.com/office/drawing/2014/main" id="{A8560577-5D82-4078-A956-BA30B12556FD}"/>
              </a:ext>
            </a:extLst>
          </p:cNvPr>
          <p:cNvSpPr>
            <a:spLocks xmlns:a="http://schemas.openxmlformats.org/drawingml/2006/main" noGrp="1"/>
          </p:cNvSpPr>
          <p:nvPr/>
        </p:nvSpPr>
        <p:spPr>
          <a:xfrm xmlns:a="http://schemas.openxmlformats.org/drawingml/2006/main">
            <a:off x="82772" y="5533549"/>
            <a:ext cx="889921"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Extrovertiert</a:t>
            </a:r>
          </a:p>
        </p:txBody>
      </p:sp>
      <p:sp>
        <p:nvSpPr>
          <p:cNvPr id="59" name="Introvertiert">
            <a:extLst xmlns:a="http://schemas.openxmlformats.org/drawingml/2006/main">
              <a:ext uri="{FF2B5EF4-FFF2-40B4-BE49-F238E27FC236}">
                <a16:creationId xmlns:a16="http://schemas.microsoft.com/office/drawing/2014/main" id="{124657A9-77EC-40D8-B30E-DCE00AD3FC02}"/>
              </a:ext>
            </a:extLst>
          </p:cNvPr>
          <p:cNvSpPr>
            <a:spLocks xmlns:a="http://schemas.openxmlformats.org/drawingml/2006/main" noGrp="1"/>
          </p:cNvSpPr>
          <p:nvPr/>
        </p:nvSpPr>
        <p:spPr>
          <a:xfrm xmlns:a="http://schemas.openxmlformats.org/drawingml/2006/main">
            <a:off x="1388078" y="5537645"/>
            <a:ext cx="85267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Introvertiert</a:t>
            </a:r>
          </a:p>
        </p:txBody>
      </p:sp>
      <p:sp>
        <p:nvSpPr>
          <p:cNvPr id="60" name="Planer">
            <a:extLst xmlns:a="http://schemas.openxmlformats.org/drawingml/2006/main">
              <a:ext uri="{FF2B5EF4-FFF2-40B4-BE49-F238E27FC236}">
                <a16:creationId xmlns:a16="http://schemas.microsoft.com/office/drawing/2014/main" id="{D0FE18F3-FED4-4291-A264-345476A3EB02}"/>
              </a:ext>
            </a:extLst>
          </p:cNvPr>
          <p:cNvSpPr>
            <a:spLocks xmlns:a="http://schemas.openxmlformats.org/drawingml/2006/main" noGrp="1"/>
          </p:cNvSpPr>
          <p:nvPr/>
        </p:nvSpPr>
        <p:spPr>
          <a:xfrm xmlns:a="http://schemas.openxmlformats.org/drawingml/2006/main">
            <a:off x="77057" y="5893213"/>
            <a:ext cx="1022699"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000" b="0" spc="70">
                <a:solidFill>
                  <a:srgbClr val="FFFFFF"/>
                </a:solidFill>
                <a:latin typeface="Arial"/>
                <a:ea typeface="Arial"/>
                <a:cs typeface="Arial"/>
              </a:defRPr>
            </a:lvl1pPr>
          </a:lstStyle>
          <a:p xmlns:a="http://schemas.openxmlformats.org/drawingml/2006/main">
            <a:r>
              <a:t>Planer</a:t>
            </a:r>
          </a:p>
        </p:txBody>
      </p:sp>
      <p:sp>
        <p:nvSpPr>
          <p:cNvPr id="61" name="Spontan">
            <a:extLst xmlns:a="http://schemas.openxmlformats.org/drawingml/2006/main">
              <a:ext uri="{FF2B5EF4-FFF2-40B4-BE49-F238E27FC236}">
                <a16:creationId xmlns:a16="http://schemas.microsoft.com/office/drawing/2014/main" id="{88C99627-9916-45EB-B20F-0BCF83C38230}"/>
              </a:ext>
            </a:extLst>
          </p:cNvPr>
          <p:cNvSpPr>
            <a:spLocks xmlns:a="http://schemas.openxmlformats.org/drawingml/2006/main" noGrp="1"/>
          </p:cNvSpPr>
          <p:nvPr/>
        </p:nvSpPr>
        <p:spPr>
          <a:xfrm xmlns:a="http://schemas.openxmlformats.org/drawingml/2006/main">
            <a:off x="1566005" y="5893213"/>
            <a:ext cx="61245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Spontan</a:t>
            </a:r>
          </a:p>
        </p:txBody>
      </p:sp>
      <p:sp>
        <p:nvSpPr>
          <p:cNvPr id="62" name="Fühlen">
            <a:extLst xmlns:a="http://schemas.openxmlformats.org/drawingml/2006/main">
              <a:ext uri="{FF2B5EF4-FFF2-40B4-BE49-F238E27FC236}">
                <a16:creationId xmlns:a16="http://schemas.microsoft.com/office/drawing/2014/main" id="{6747BE4F-8950-43D7-92CD-F1E0184B75EA}"/>
              </a:ext>
            </a:extLst>
          </p:cNvPr>
          <p:cNvSpPr>
            <a:spLocks xmlns:a="http://schemas.openxmlformats.org/drawingml/2006/main" noGrp="1"/>
          </p:cNvSpPr>
          <p:nvPr/>
        </p:nvSpPr>
        <p:spPr>
          <a:xfrm xmlns:a="http://schemas.openxmlformats.org/drawingml/2006/main">
            <a:off x="1725644" y="6265355"/>
            <a:ext cx="69227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Fühlen</a:t>
            </a:r>
          </a:p>
        </p:txBody>
      </p:sp>
      <p:sp>
        <p:nvSpPr>
          <p:cNvPr id="63" name="Konservativ">
            <a:extLst xmlns:a="http://schemas.openxmlformats.org/drawingml/2006/main">
              <a:ext uri="{FF2B5EF4-FFF2-40B4-BE49-F238E27FC236}">
                <a16:creationId xmlns:a16="http://schemas.microsoft.com/office/drawing/2014/main" id="{5CA6DB11-9BCE-46D7-BD8F-B487B45784CC}"/>
              </a:ext>
            </a:extLst>
          </p:cNvPr>
          <p:cNvSpPr>
            <a:spLocks xmlns:a="http://schemas.openxmlformats.org/drawingml/2006/main" noGrp="1"/>
          </p:cNvSpPr>
          <p:nvPr/>
        </p:nvSpPr>
        <p:spPr>
          <a:xfrm xmlns:a="http://schemas.openxmlformats.org/drawingml/2006/main">
            <a:off x="82296" y="6663404"/>
            <a:ext cx="83848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Konservativ</a:t>
            </a:r>
          </a:p>
        </p:txBody>
      </p:sp>
      <p:sp>
        <p:nvSpPr>
          <p:cNvPr id="64" name="Liberal">
            <a:extLst xmlns:a="http://schemas.openxmlformats.org/drawingml/2006/main">
              <a:ext uri="{FF2B5EF4-FFF2-40B4-BE49-F238E27FC236}">
                <a16:creationId xmlns:a16="http://schemas.microsoft.com/office/drawing/2014/main" id="{CBB632E1-2BE6-4B4E-8ECF-5009DEBD8877}"/>
              </a:ext>
            </a:extLst>
          </p:cNvPr>
          <p:cNvSpPr>
            <a:spLocks xmlns:a="http://schemas.openxmlformats.org/drawingml/2006/main" noGrp="1"/>
          </p:cNvSpPr>
          <p:nvPr/>
        </p:nvSpPr>
        <p:spPr>
          <a:xfrm xmlns:a="http://schemas.openxmlformats.org/drawingml/2006/main">
            <a:off x="1765078" y="6649879"/>
            <a:ext cx="51939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Liberal</a:t>
            </a:r>
          </a:p>
        </p:txBody>
      </p:sp>
      <p:sp>
        <p:nvSpPr>
          <p:cNvPr id="65" name="Anführer">
            <a:extLst xmlns:a="http://schemas.openxmlformats.org/drawingml/2006/main">
              <a:ext uri="{FF2B5EF4-FFF2-40B4-BE49-F238E27FC236}">
                <a16:creationId xmlns:a16="http://schemas.microsoft.com/office/drawing/2014/main" id="{263BF284-5B72-4F84-A1D0-EB617316CB00}"/>
              </a:ext>
            </a:extLst>
          </p:cNvPr>
          <p:cNvSpPr>
            <a:spLocks xmlns:a="http://schemas.openxmlformats.org/drawingml/2006/main" noGrp="1"/>
          </p:cNvSpPr>
          <p:nvPr/>
        </p:nvSpPr>
        <p:spPr>
          <a:xfrm xmlns:a="http://schemas.openxmlformats.org/drawingml/2006/main">
            <a:off x="104394" y="7101364"/>
            <a:ext cx="64722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Anführer</a:t>
            </a:r>
          </a:p>
        </p:txBody>
      </p:sp>
      <p:sp>
        <p:nvSpPr>
          <p:cNvPr id="66" name="Nachahmer">
            <a:extLst xmlns:a="http://schemas.openxmlformats.org/drawingml/2006/main">
              <a:ext uri="{FF2B5EF4-FFF2-40B4-BE49-F238E27FC236}">
                <a16:creationId xmlns:a16="http://schemas.microsoft.com/office/drawing/2014/main" id="{D5226E57-86B7-4C63-B917-4FDDC04A6B2B}"/>
              </a:ext>
            </a:extLst>
          </p:cNvPr>
          <p:cNvSpPr>
            <a:spLocks xmlns:a="http://schemas.openxmlformats.org/drawingml/2006/main" noGrp="1"/>
          </p:cNvSpPr>
          <p:nvPr/>
        </p:nvSpPr>
        <p:spPr>
          <a:xfrm xmlns:a="http://schemas.openxmlformats.org/drawingml/2006/main">
            <a:off x="1453706" y="7069741"/>
            <a:ext cx="839343"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Nachahmer</a:t>
            </a:r>
          </a:p>
        </p:txBody>
      </p:sp>
      <p:sp>
        <p:nvSpPr>
          <p:cNvPr id="67" name="Internet">
            <a:extLst xmlns:a="http://schemas.openxmlformats.org/drawingml/2006/main">
              <a:ext uri="{FF2B5EF4-FFF2-40B4-BE49-F238E27FC236}">
                <a16:creationId xmlns:a16="http://schemas.microsoft.com/office/drawing/2014/main" id="{74A13C56-17B0-4C31-9510-B5E300B78A64}"/>
              </a:ext>
            </a:extLst>
          </p:cNvPr>
          <p:cNvSpPr>
            <a:spLocks xmlns:a="http://schemas.openxmlformats.org/drawingml/2006/main" noGrp="1"/>
          </p:cNvSpPr>
          <p:nvPr/>
        </p:nvSpPr>
        <p:spPr>
          <a:xfrm xmlns:a="http://schemas.openxmlformats.org/drawingml/2006/main">
            <a:off x="101251" y="3669887"/>
            <a:ext cx="961930"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Technologie</a:t>
            </a:r>
          </a:p>
        </p:txBody>
      </p:sp>
      <p:sp>
        <p:nvSpPr>
          <p:cNvPr id="68" name="Software und Apps">
            <a:extLst xmlns:a="http://schemas.openxmlformats.org/drawingml/2006/main">
              <a:ext uri="{FF2B5EF4-FFF2-40B4-BE49-F238E27FC236}">
                <a16:creationId xmlns:a16="http://schemas.microsoft.com/office/drawing/2014/main" id="{3362B1B7-D87D-481B-BE54-011F77612331}"/>
              </a:ext>
            </a:extLst>
          </p:cNvPr>
          <p:cNvSpPr>
            <a:spLocks xmlns:a="http://schemas.openxmlformats.org/drawingml/2006/main" noGrp="1"/>
          </p:cNvSpPr>
          <p:nvPr/>
        </p:nvSpPr>
        <p:spPr>
          <a:xfrm xmlns:a="http://schemas.openxmlformats.org/drawingml/2006/main">
            <a:off x="110776" y="4049173"/>
            <a:ext cx="1337882"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Software und Apps</a:t>
            </a:r>
          </a:p>
        </p:txBody>
      </p:sp>
      <p:sp>
        <p:nvSpPr>
          <p:cNvPr id="70" name="Rechteck">
            <a:extLst xmlns:a="http://schemas.openxmlformats.org/drawingml/2006/main">
              <a:ext uri="{FF2B5EF4-FFF2-40B4-BE49-F238E27FC236}">
                <a16:creationId xmlns:a16="http://schemas.microsoft.com/office/drawing/2014/main" id="{5D8690B6-5E99-4750-88E0-64565D577282}"/>
              </a:ext>
            </a:extLst>
          </p:cNvPr>
          <p:cNvSpPr>
            <a:spLocks xmlns:a="http://schemas.openxmlformats.org/drawingml/2006/main" noGrp="1"/>
          </p:cNvSpPr>
          <p:nvPr/>
        </p:nvSpPr>
        <p:spPr>
          <a:xfrm xmlns:a="http://schemas.openxmlformats.org/drawingml/2006/main">
            <a:off x="104394"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1" name="Rechteck">
            <a:extLst xmlns:a="http://schemas.openxmlformats.org/drawingml/2006/main">
              <a:ext uri="{FF2B5EF4-FFF2-40B4-BE49-F238E27FC236}">
                <a16:creationId xmlns:a16="http://schemas.microsoft.com/office/drawing/2014/main" id="{32848BB3-5727-4D6A-A110-F633A76793A3}"/>
              </a:ext>
            </a:extLst>
          </p:cNvPr>
          <p:cNvSpPr>
            <a:spLocks xmlns:a="http://schemas.openxmlformats.org/drawingml/2006/main" noGrp="1"/>
          </p:cNvSpPr>
          <p:nvPr/>
        </p:nvSpPr>
        <p:spPr>
          <a:xfrm xmlns:a="http://schemas.openxmlformats.org/drawingml/2006/main">
            <a:off x="957263"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2" name="Rechteck">
            <a:extLst xmlns:a="http://schemas.openxmlformats.org/drawingml/2006/main">
              <a:ext uri="{FF2B5EF4-FFF2-40B4-BE49-F238E27FC236}">
                <a16:creationId xmlns:a16="http://schemas.microsoft.com/office/drawing/2014/main" id="{50062F09-FC3A-4349-86B5-36B0E542BC34}"/>
              </a:ext>
            </a:extLst>
          </p:cNvPr>
          <p:cNvSpPr>
            <a:spLocks xmlns:a="http://schemas.openxmlformats.org/drawingml/2006/main" noGrp="1"/>
          </p:cNvSpPr>
          <p:nvPr/>
        </p:nvSpPr>
        <p:spPr>
          <a:xfrm xmlns:a="http://schemas.openxmlformats.org/drawingml/2006/main">
            <a:off x="530828" y="732329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3" name="Rechteck">
            <a:extLst xmlns:a="http://schemas.openxmlformats.org/drawingml/2006/main">
              <a:ext uri="{FF2B5EF4-FFF2-40B4-BE49-F238E27FC236}">
                <a16:creationId xmlns:a16="http://schemas.microsoft.com/office/drawing/2014/main" id="{A73686BC-7D33-487D-A59D-B8A2614EC025}"/>
              </a:ext>
            </a:extLst>
          </p:cNvPr>
          <p:cNvSpPr>
            <a:spLocks xmlns:a="http://schemas.openxmlformats.org/drawingml/2006/main" noGrp="1"/>
          </p:cNvSpPr>
          <p:nvPr/>
        </p:nvSpPr>
        <p:spPr>
          <a:xfrm xmlns:a="http://schemas.openxmlformats.org/drawingml/2006/main">
            <a:off x="1383602"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4" name="Rechteck">
            <a:extLst xmlns:a="http://schemas.openxmlformats.org/drawingml/2006/main">
              <a:ext uri="{FF2B5EF4-FFF2-40B4-BE49-F238E27FC236}">
                <a16:creationId xmlns:a16="http://schemas.microsoft.com/office/drawing/2014/main" id="{2D768AB4-9B3F-4F96-A6FA-02EA6985981F}"/>
              </a:ext>
            </a:extLst>
          </p:cNvPr>
          <p:cNvSpPr>
            <a:spLocks xmlns:a="http://schemas.openxmlformats.org/drawingml/2006/main" noGrp="1"/>
          </p:cNvSpPr>
          <p:nvPr/>
        </p:nvSpPr>
        <p:spPr>
          <a:xfrm xmlns:a="http://schemas.openxmlformats.org/drawingml/2006/main">
            <a:off x="1810036"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6" name="Rechteck">
            <a:extLst xmlns:a="http://schemas.openxmlformats.org/drawingml/2006/main">
              <a:ext uri="{FF2B5EF4-FFF2-40B4-BE49-F238E27FC236}">
                <a16:creationId xmlns:a16="http://schemas.microsoft.com/office/drawing/2014/main" id="{2893C15A-D55F-48CF-81A6-F3AB22FFC2D2}"/>
              </a:ext>
            </a:extLst>
          </p:cNvPr>
          <p:cNvSpPr>
            <a:spLocks xmlns:a="http://schemas.openxmlformats.org/drawingml/2006/main" noGrp="1"/>
          </p:cNvSpPr>
          <p:nvPr/>
        </p:nvSpPr>
        <p:spPr>
          <a:xfrm xmlns:a="http://schemas.openxmlformats.org/drawingml/2006/main">
            <a:off x="104394" y="6915817"/>
            <a:ext cx="389954" cy="45720"/>
          </a:xfrm>
          <a:prstGeom xmlns:a="http://schemas.openxmlformats.org/drawingml/2006/main" prst="rect">
            <a:avLst/>
          </a:prstGeom>
          <a:solidFill xmlns:a="http://schemas.openxmlformats.org/drawingml/2006/main">
            <a:schemeClr val="bg1"/>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7" name="Rechteck">
            <a:extLst xmlns:a="http://schemas.openxmlformats.org/drawingml/2006/main">
              <a:ext uri="{FF2B5EF4-FFF2-40B4-BE49-F238E27FC236}">
                <a16:creationId xmlns:a16="http://schemas.microsoft.com/office/drawing/2014/main" id="{894ED74E-0855-43C5-932B-565CB7C6450D}"/>
              </a:ext>
            </a:extLst>
          </p:cNvPr>
          <p:cNvSpPr>
            <a:spLocks xmlns:a="http://schemas.openxmlformats.org/drawingml/2006/main" noGrp="1"/>
          </p:cNvSpPr>
          <p:nvPr/>
        </p:nvSpPr>
        <p:spPr>
          <a:xfrm xmlns:a="http://schemas.openxmlformats.org/drawingml/2006/main">
            <a:off x="957263"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8" name="Rechteck">
            <a:extLst xmlns:a="http://schemas.openxmlformats.org/drawingml/2006/main">
              <a:ext uri="{FF2B5EF4-FFF2-40B4-BE49-F238E27FC236}">
                <a16:creationId xmlns:a16="http://schemas.microsoft.com/office/drawing/2014/main" id="{E07F87FB-4967-49CB-B94A-BAB21B47469C}"/>
              </a:ext>
            </a:extLst>
          </p:cNvPr>
          <p:cNvSpPr>
            <a:spLocks xmlns:a="http://schemas.openxmlformats.org/drawingml/2006/main" noGrp="1"/>
          </p:cNvSpPr>
          <p:nvPr/>
        </p:nvSpPr>
        <p:spPr>
          <a:xfrm xmlns:a="http://schemas.openxmlformats.org/drawingml/2006/main">
            <a:off x="530828"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9" name="Rechteck">
            <a:extLst xmlns:a="http://schemas.openxmlformats.org/drawingml/2006/main">
              <a:ext uri="{FF2B5EF4-FFF2-40B4-BE49-F238E27FC236}">
                <a16:creationId xmlns:a16="http://schemas.microsoft.com/office/drawing/2014/main" id="{C845B0A9-1EBA-4AEF-A447-6554E0DC703C}"/>
              </a:ext>
            </a:extLst>
          </p:cNvPr>
          <p:cNvSpPr>
            <a:spLocks xmlns:a="http://schemas.openxmlformats.org/drawingml/2006/main" noGrp="1"/>
          </p:cNvSpPr>
          <p:nvPr/>
        </p:nvSpPr>
        <p:spPr>
          <a:xfrm xmlns:a="http://schemas.openxmlformats.org/drawingml/2006/main">
            <a:off x="1383602" y="6915817"/>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0" name="Rechteck">
            <a:extLst xmlns:a="http://schemas.openxmlformats.org/drawingml/2006/main">
              <a:ext uri="{FF2B5EF4-FFF2-40B4-BE49-F238E27FC236}">
                <a16:creationId xmlns:a16="http://schemas.microsoft.com/office/drawing/2014/main" id="{163E74F4-C97B-4DEB-AB21-694386DCF696}"/>
              </a:ext>
            </a:extLst>
          </p:cNvPr>
          <p:cNvSpPr>
            <a:spLocks xmlns:a="http://schemas.openxmlformats.org/drawingml/2006/main" noGrp="1"/>
          </p:cNvSpPr>
          <p:nvPr/>
        </p:nvSpPr>
        <p:spPr>
          <a:xfrm xmlns:a="http://schemas.openxmlformats.org/drawingml/2006/main">
            <a:off x="1810036"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2" name="Rechteck">
            <a:extLst xmlns:a="http://schemas.openxmlformats.org/drawingml/2006/main">
              <a:ext uri="{FF2B5EF4-FFF2-40B4-BE49-F238E27FC236}">
                <a16:creationId xmlns:a16="http://schemas.microsoft.com/office/drawing/2014/main" id="{981752B2-BA7C-4625-B3BD-C21A8A17C794}"/>
              </a:ext>
            </a:extLst>
          </p:cNvPr>
          <p:cNvSpPr>
            <a:spLocks xmlns:a="http://schemas.openxmlformats.org/drawingml/2006/main" noGrp="1"/>
          </p:cNvSpPr>
          <p:nvPr/>
        </p:nvSpPr>
        <p:spPr>
          <a:xfrm xmlns:a="http://schemas.openxmlformats.org/drawingml/2006/main">
            <a:off x="104394" y="6509195"/>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3" name="Rechteck">
            <a:extLst xmlns:a="http://schemas.openxmlformats.org/drawingml/2006/main">
              <a:ext uri="{FF2B5EF4-FFF2-40B4-BE49-F238E27FC236}">
                <a16:creationId xmlns:a16="http://schemas.microsoft.com/office/drawing/2014/main" id="{4B4202E3-481A-4E89-91C4-A67D664BEEC1}"/>
              </a:ext>
            </a:extLst>
          </p:cNvPr>
          <p:cNvSpPr>
            <a:spLocks xmlns:a="http://schemas.openxmlformats.org/drawingml/2006/main" noGrp="1"/>
          </p:cNvSpPr>
          <p:nvPr/>
        </p:nvSpPr>
        <p:spPr>
          <a:xfrm xmlns:a="http://schemas.openxmlformats.org/drawingml/2006/main">
            <a:off x="957263"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4" name="Rechteck">
            <a:extLst xmlns:a="http://schemas.openxmlformats.org/drawingml/2006/main">
              <a:ext uri="{FF2B5EF4-FFF2-40B4-BE49-F238E27FC236}">
                <a16:creationId xmlns:a16="http://schemas.microsoft.com/office/drawing/2014/main" id="{F7E302B0-AEA3-4392-8C92-8B5FC3DDDD96}"/>
              </a:ext>
            </a:extLst>
          </p:cNvPr>
          <p:cNvSpPr>
            <a:spLocks xmlns:a="http://schemas.openxmlformats.org/drawingml/2006/main" noGrp="1"/>
          </p:cNvSpPr>
          <p:nvPr/>
        </p:nvSpPr>
        <p:spPr>
          <a:xfrm xmlns:a="http://schemas.openxmlformats.org/drawingml/2006/main">
            <a:off x="530828"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5" name="Rechteck">
            <a:extLst xmlns:a="http://schemas.openxmlformats.org/drawingml/2006/main">
              <a:ext uri="{FF2B5EF4-FFF2-40B4-BE49-F238E27FC236}">
                <a16:creationId xmlns:a16="http://schemas.microsoft.com/office/drawing/2014/main" id="{A8E1725A-20BE-4B0A-A477-341A0AF44666}"/>
              </a:ext>
            </a:extLst>
          </p:cNvPr>
          <p:cNvSpPr>
            <a:spLocks xmlns:a="http://schemas.openxmlformats.org/drawingml/2006/main" noGrp="1"/>
          </p:cNvSpPr>
          <p:nvPr/>
        </p:nvSpPr>
        <p:spPr>
          <a:xfrm xmlns:a="http://schemas.openxmlformats.org/drawingml/2006/main">
            <a:off x="1383602" y="6509195"/>
            <a:ext cx="389954" cy="45720"/>
          </a:xfrm>
          <a:prstGeom xmlns:a="http://schemas.openxmlformats.org/drawingml/2006/main" prst="rect">
            <a:avLst/>
          </a:prstGeom>
          <a:solidFill xmlns:a="http://schemas.openxmlformats.org/drawingml/2006/main">
            <a:schemeClr val="bg1"/>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6" name="Rechteck">
            <a:extLst xmlns:a="http://schemas.openxmlformats.org/drawingml/2006/main">
              <a:ext uri="{FF2B5EF4-FFF2-40B4-BE49-F238E27FC236}">
                <a16:creationId xmlns:a16="http://schemas.microsoft.com/office/drawing/2014/main" id="{18BE0286-73B7-4FB5-BBC5-7D83BA983331}"/>
              </a:ext>
            </a:extLst>
          </p:cNvPr>
          <p:cNvSpPr>
            <a:spLocks xmlns:a="http://schemas.openxmlformats.org/drawingml/2006/main" noGrp="1"/>
          </p:cNvSpPr>
          <p:nvPr/>
        </p:nvSpPr>
        <p:spPr>
          <a:xfrm xmlns:a="http://schemas.openxmlformats.org/drawingml/2006/main">
            <a:off x="1810036"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7" name="Denken">
            <a:extLst xmlns:a="http://schemas.openxmlformats.org/drawingml/2006/main">
              <a:ext uri="{FF2B5EF4-FFF2-40B4-BE49-F238E27FC236}">
                <a16:creationId xmlns:a16="http://schemas.microsoft.com/office/drawing/2014/main" id="{B75F36B9-DE97-47B1-B92E-F3DD298050BB}"/>
              </a:ext>
            </a:extLst>
          </p:cNvPr>
          <p:cNvSpPr>
            <a:spLocks xmlns:a="http://schemas.openxmlformats.org/drawingml/2006/main" noGrp="1"/>
          </p:cNvSpPr>
          <p:nvPr/>
        </p:nvSpPr>
        <p:spPr>
          <a:xfrm xmlns:a="http://schemas.openxmlformats.org/drawingml/2006/main">
            <a:off x="83058" y="6264021"/>
            <a:ext cx="601599" cy="212312"/>
          </a:xfrm>
          <a:prstGeom xmlns:a="http://schemas.openxmlformats.org/drawingml/2006/main" prst="rect">
            <a:avLst/>
          </a:prstGeom>
          <a:ln xmlns:a="http://schemas.openxmlformats.org/drawingml/2006/main" w="3175"/>
        </p:spPr>
        <p:txBody>
          <a:bodyPr xmlns:a="http://schemas.openxmlformats.org/drawingml/2006/main" lIns="38100" tIns="38100" rIns="38100" bIns="38100" anchor="ct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Denken</a:t>
            </a:r>
          </a:p>
        </p:txBody>
      </p:sp>
      <p:sp>
        <p:nvSpPr>
          <p:cNvPr id="89" name="Rechteck">
            <a:extLst xmlns:a="http://schemas.openxmlformats.org/drawingml/2006/main">
              <a:ext uri="{FF2B5EF4-FFF2-40B4-BE49-F238E27FC236}">
                <a16:creationId xmlns:a16="http://schemas.microsoft.com/office/drawing/2014/main" id="{A3C9F528-BB90-46BE-80DC-52099D74C9A6}"/>
              </a:ext>
            </a:extLst>
          </p:cNvPr>
          <p:cNvSpPr>
            <a:spLocks xmlns:a="http://schemas.openxmlformats.org/drawingml/2006/main" noGrp="1"/>
          </p:cNvSpPr>
          <p:nvPr/>
        </p:nvSpPr>
        <p:spPr>
          <a:xfrm xmlns:a="http://schemas.openxmlformats.org/drawingml/2006/main">
            <a:off x="104394"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0" name="Rechteck">
            <a:extLst xmlns:a="http://schemas.openxmlformats.org/drawingml/2006/main">
              <a:ext uri="{FF2B5EF4-FFF2-40B4-BE49-F238E27FC236}">
                <a16:creationId xmlns:a16="http://schemas.microsoft.com/office/drawing/2014/main" id="{97DF5059-236D-45CA-920E-3ACB08422480}"/>
              </a:ext>
            </a:extLst>
          </p:cNvPr>
          <p:cNvSpPr>
            <a:spLocks xmlns:a="http://schemas.openxmlformats.org/drawingml/2006/main" noGrp="1"/>
          </p:cNvSpPr>
          <p:nvPr/>
        </p:nvSpPr>
        <p:spPr>
          <a:xfrm xmlns:a="http://schemas.openxmlformats.org/drawingml/2006/main">
            <a:off x="943737" y="6128576"/>
            <a:ext cx="383762" cy="45720"/>
          </a:xfrm>
          <a:prstGeom xmlns:a="http://schemas.openxmlformats.org/drawingml/2006/main" prst="rect">
            <a:avLst/>
          </a:prstGeom>
          <a:solidFill xmlns:a="http://schemas.openxmlformats.org/drawingml/2006/main">
            <a:schemeClr val="bg1"/>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1" name="Rechteck">
            <a:extLst xmlns:a="http://schemas.openxmlformats.org/drawingml/2006/main">
              <a:ext uri="{FF2B5EF4-FFF2-40B4-BE49-F238E27FC236}">
                <a16:creationId xmlns:a16="http://schemas.microsoft.com/office/drawing/2014/main" id="{A3204F46-9E27-4B78-B33E-F2E82A35F0E2}"/>
              </a:ext>
            </a:extLst>
          </p:cNvPr>
          <p:cNvSpPr>
            <a:spLocks xmlns:a="http://schemas.openxmlformats.org/drawingml/2006/main" noGrp="1"/>
          </p:cNvSpPr>
          <p:nvPr/>
        </p:nvSpPr>
        <p:spPr>
          <a:xfrm xmlns:a="http://schemas.openxmlformats.org/drawingml/2006/main">
            <a:off x="524066" y="6128576"/>
            <a:ext cx="383762"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2" name="Rechteck">
            <a:extLst xmlns:a="http://schemas.openxmlformats.org/drawingml/2006/main">
              <a:ext uri="{FF2B5EF4-FFF2-40B4-BE49-F238E27FC236}">
                <a16:creationId xmlns:a16="http://schemas.microsoft.com/office/drawing/2014/main" id="{E3B81E32-966D-4D2B-9C5A-BDA5A15900F0}"/>
              </a:ext>
            </a:extLst>
          </p:cNvPr>
          <p:cNvSpPr>
            <a:spLocks xmlns:a="http://schemas.openxmlformats.org/drawingml/2006/main" noGrp="1"/>
          </p:cNvSpPr>
          <p:nvPr/>
        </p:nvSpPr>
        <p:spPr>
          <a:xfrm xmlns:a="http://schemas.openxmlformats.org/drawingml/2006/main">
            <a:off x="1363313"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3" name="Rechteck">
            <a:extLst xmlns:a="http://schemas.openxmlformats.org/drawingml/2006/main">
              <a:ext uri="{FF2B5EF4-FFF2-40B4-BE49-F238E27FC236}">
                <a16:creationId xmlns:a16="http://schemas.microsoft.com/office/drawing/2014/main" id="{935711A5-2D3F-4D34-BA88-720C70F80BDC}"/>
              </a:ext>
            </a:extLst>
          </p:cNvPr>
          <p:cNvSpPr>
            <a:spLocks xmlns:a="http://schemas.openxmlformats.org/drawingml/2006/main" noGrp="1"/>
          </p:cNvSpPr>
          <p:nvPr/>
        </p:nvSpPr>
        <p:spPr>
          <a:xfrm xmlns:a="http://schemas.openxmlformats.org/drawingml/2006/main">
            <a:off x="1782985"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5" name="Rechteck">
            <a:extLst xmlns:a="http://schemas.openxmlformats.org/drawingml/2006/main">
              <a:ext uri="{FF2B5EF4-FFF2-40B4-BE49-F238E27FC236}">
                <a16:creationId xmlns:a16="http://schemas.microsoft.com/office/drawing/2014/main" id="{E7AF644E-B7C8-48BA-9BC0-F16ED3FCD9BD}"/>
              </a:ext>
            </a:extLst>
          </p:cNvPr>
          <p:cNvSpPr>
            <a:spLocks xmlns:a="http://schemas.openxmlformats.org/drawingml/2006/main" noGrp="1"/>
          </p:cNvSpPr>
          <p:nvPr/>
        </p:nvSpPr>
        <p:spPr>
          <a:xfrm xmlns:a="http://schemas.openxmlformats.org/drawingml/2006/main">
            <a:off x="104394"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6" name="Rechteck">
            <a:extLst xmlns:a="http://schemas.openxmlformats.org/drawingml/2006/main">
              <a:ext uri="{FF2B5EF4-FFF2-40B4-BE49-F238E27FC236}">
                <a16:creationId xmlns:a16="http://schemas.microsoft.com/office/drawing/2014/main" id="{62CE3595-C01C-4834-B9EF-A74F8C8D0AAA}"/>
              </a:ext>
            </a:extLst>
          </p:cNvPr>
          <p:cNvSpPr>
            <a:spLocks xmlns:a="http://schemas.openxmlformats.org/drawingml/2006/main" noGrp="1"/>
          </p:cNvSpPr>
          <p:nvPr/>
        </p:nvSpPr>
        <p:spPr>
          <a:xfrm xmlns:a="http://schemas.openxmlformats.org/drawingml/2006/main">
            <a:off x="957263"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7" name="Rechteck">
            <a:extLst xmlns:a="http://schemas.openxmlformats.org/drawingml/2006/main">
              <a:ext uri="{FF2B5EF4-FFF2-40B4-BE49-F238E27FC236}">
                <a16:creationId xmlns:a16="http://schemas.microsoft.com/office/drawing/2014/main" id="{EBA9E952-394A-464C-AED1-2BAAE4332FA5}"/>
              </a:ext>
            </a:extLst>
          </p:cNvPr>
          <p:cNvSpPr>
            <a:spLocks xmlns:a="http://schemas.openxmlformats.org/drawingml/2006/main" noGrp="1"/>
          </p:cNvSpPr>
          <p:nvPr/>
        </p:nvSpPr>
        <p:spPr>
          <a:xfrm xmlns:a="http://schemas.openxmlformats.org/drawingml/2006/main">
            <a:off x="530828" y="5764339"/>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8" name="Rechteck">
            <a:extLst xmlns:a="http://schemas.openxmlformats.org/drawingml/2006/main">
              <a:ext uri="{FF2B5EF4-FFF2-40B4-BE49-F238E27FC236}">
                <a16:creationId xmlns:a16="http://schemas.microsoft.com/office/drawing/2014/main" id="{31BB97C8-DDB2-42E3-AA46-85C7FE8E76C7}"/>
              </a:ext>
            </a:extLst>
          </p:cNvPr>
          <p:cNvSpPr>
            <a:spLocks xmlns:a="http://schemas.openxmlformats.org/drawingml/2006/main" noGrp="1"/>
          </p:cNvSpPr>
          <p:nvPr/>
        </p:nvSpPr>
        <p:spPr>
          <a:xfrm xmlns:a="http://schemas.openxmlformats.org/drawingml/2006/main">
            <a:off x="1383602"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9" name="Rechteck">
            <a:extLst xmlns:a="http://schemas.openxmlformats.org/drawingml/2006/main">
              <a:ext uri="{FF2B5EF4-FFF2-40B4-BE49-F238E27FC236}">
                <a16:creationId xmlns:a16="http://schemas.microsoft.com/office/drawing/2014/main" id="{66614AE4-75B5-4E0E-9950-5155BD83585C}"/>
              </a:ext>
            </a:extLst>
          </p:cNvPr>
          <p:cNvSpPr>
            <a:spLocks xmlns:a="http://schemas.openxmlformats.org/drawingml/2006/main" noGrp="1"/>
          </p:cNvSpPr>
          <p:nvPr/>
        </p:nvSpPr>
        <p:spPr>
          <a:xfrm xmlns:a="http://schemas.openxmlformats.org/drawingml/2006/main">
            <a:off x="1810036"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1" name="Rechteck">
            <a:extLst xmlns:a="http://schemas.openxmlformats.org/drawingml/2006/main">
              <a:ext uri="{FF2B5EF4-FFF2-40B4-BE49-F238E27FC236}">
                <a16:creationId xmlns:a16="http://schemas.microsoft.com/office/drawing/2014/main" id="{93507A3D-06A4-4B77-9637-72FD4F3E3537}"/>
              </a:ext>
            </a:extLst>
          </p:cNvPr>
          <p:cNvSpPr>
            <a:spLocks xmlns:a="http://schemas.openxmlformats.org/drawingml/2006/main" noGrp="1"/>
          </p:cNvSpPr>
          <p:nvPr/>
        </p:nvSpPr>
        <p:spPr>
          <a:xfrm xmlns:a="http://schemas.openxmlformats.org/drawingml/2006/main">
            <a:off x="137541"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2" name="Rechteck">
            <a:extLst xmlns:a="http://schemas.openxmlformats.org/drawingml/2006/main">
              <a:ext uri="{FF2B5EF4-FFF2-40B4-BE49-F238E27FC236}">
                <a16:creationId xmlns:a16="http://schemas.microsoft.com/office/drawing/2014/main" id="{D4076C11-A33F-4679-B084-F0A7D36FD31E}"/>
              </a:ext>
            </a:extLst>
          </p:cNvPr>
          <p:cNvSpPr>
            <a:spLocks xmlns:a="http://schemas.openxmlformats.org/drawingml/2006/main" noGrp="1"/>
          </p:cNvSpPr>
          <p:nvPr/>
        </p:nvSpPr>
        <p:spPr>
          <a:xfrm xmlns:a="http://schemas.openxmlformats.org/drawingml/2006/main">
            <a:off x="990314"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3" name="Rechteck">
            <a:extLst xmlns:a="http://schemas.openxmlformats.org/drawingml/2006/main">
              <a:ext uri="{FF2B5EF4-FFF2-40B4-BE49-F238E27FC236}">
                <a16:creationId xmlns:a16="http://schemas.microsoft.com/office/drawing/2014/main" id="{ED584246-6A7F-4E47-861C-A0935E8FDAE0}"/>
              </a:ext>
            </a:extLst>
          </p:cNvPr>
          <p:cNvSpPr>
            <a:spLocks xmlns:a="http://schemas.openxmlformats.org/drawingml/2006/main" noGrp="1"/>
          </p:cNvSpPr>
          <p:nvPr/>
        </p:nvSpPr>
        <p:spPr>
          <a:xfrm xmlns:a="http://schemas.openxmlformats.org/drawingml/2006/main">
            <a:off x="563880"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4" name="Rechteck">
            <a:extLst xmlns:a="http://schemas.openxmlformats.org/drawingml/2006/main">
              <a:ext uri="{FF2B5EF4-FFF2-40B4-BE49-F238E27FC236}">
                <a16:creationId xmlns:a16="http://schemas.microsoft.com/office/drawing/2014/main" id="{C8E00D01-A25E-4123-B26F-465076D35C01}"/>
              </a:ext>
            </a:extLst>
          </p:cNvPr>
          <p:cNvSpPr>
            <a:spLocks xmlns:a="http://schemas.openxmlformats.org/drawingml/2006/main" noGrp="1"/>
          </p:cNvSpPr>
          <p:nvPr/>
        </p:nvSpPr>
        <p:spPr>
          <a:xfrm xmlns:a="http://schemas.openxmlformats.org/drawingml/2006/main">
            <a:off x="1416749"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5" name="Rechteck">
            <a:extLst xmlns:a="http://schemas.openxmlformats.org/drawingml/2006/main">
              <a:ext uri="{FF2B5EF4-FFF2-40B4-BE49-F238E27FC236}">
                <a16:creationId xmlns:a16="http://schemas.microsoft.com/office/drawing/2014/main" id="{EEDE575F-961E-46D4-A388-3C0627E5FE3E}"/>
              </a:ext>
            </a:extLst>
          </p:cNvPr>
          <p:cNvSpPr>
            <a:spLocks xmlns:a="http://schemas.openxmlformats.org/drawingml/2006/main" noGrp="1"/>
          </p:cNvSpPr>
          <p:nvPr/>
        </p:nvSpPr>
        <p:spPr>
          <a:xfrm xmlns:a="http://schemas.openxmlformats.org/drawingml/2006/main">
            <a:off x="1843088" y="4329494"/>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7" name="Rechteck">
            <a:extLst xmlns:a="http://schemas.openxmlformats.org/drawingml/2006/main">
              <a:ext uri="{FF2B5EF4-FFF2-40B4-BE49-F238E27FC236}">
                <a16:creationId xmlns:a16="http://schemas.microsoft.com/office/drawing/2014/main" id="{DFA6F396-E9EA-4F96-A4C7-C346F6D5B455}"/>
              </a:ext>
            </a:extLst>
          </p:cNvPr>
          <p:cNvSpPr>
            <a:spLocks xmlns:a="http://schemas.openxmlformats.org/drawingml/2006/main" noGrp="1"/>
          </p:cNvSpPr>
          <p:nvPr/>
        </p:nvSpPr>
        <p:spPr>
          <a:xfrm xmlns:a="http://schemas.openxmlformats.org/drawingml/2006/main">
            <a:off x="137541"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solidFill>
                <a:srgbClr val="FF0000"/>
              </a:solidFill>
              <a:highlight>
                <a:srgbClr val="FFFF00"/>
              </a:highlight>
              <a:latin typeface="Arial"/>
              <a:ea typeface="Arial"/>
              <a:cs typeface="Arial"/>
            </a:endParaRPr>
          </a:p>
        </p:txBody>
      </p:sp>
      <p:sp>
        <p:nvSpPr>
          <p:cNvPr id="108" name="Rechteck">
            <a:extLst xmlns:a="http://schemas.openxmlformats.org/drawingml/2006/main">
              <a:ext uri="{FF2B5EF4-FFF2-40B4-BE49-F238E27FC236}">
                <a16:creationId xmlns:a16="http://schemas.microsoft.com/office/drawing/2014/main" id="{3BC10C83-EACE-4C25-B121-AD97099C3738}"/>
              </a:ext>
            </a:extLst>
          </p:cNvPr>
          <p:cNvSpPr>
            <a:spLocks xmlns:a="http://schemas.openxmlformats.org/drawingml/2006/main" noGrp="1"/>
          </p:cNvSpPr>
          <p:nvPr/>
        </p:nvSpPr>
        <p:spPr>
          <a:xfrm xmlns:a="http://schemas.openxmlformats.org/drawingml/2006/main">
            <a:off x="990314"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9" name="Rechteck">
            <a:extLst xmlns:a="http://schemas.openxmlformats.org/drawingml/2006/main">
              <a:ext uri="{FF2B5EF4-FFF2-40B4-BE49-F238E27FC236}">
                <a16:creationId xmlns:a16="http://schemas.microsoft.com/office/drawing/2014/main" id="{B2D4D5E2-C33A-4F28-8A32-64EE292584B7}"/>
              </a:ext>
            </a:extLst>
          </p:cNvPr>
          <p:cNvSpPr>
            <a:spLocks xmlns:a="http://schemas.openxmlformats.org/drawingml/2006/main" noGrp="1"/>
          </p:cNvSpPr>
          <p:nvPr/>
        </p:nvSpPr>
        <p:spPr>
          <a:xfrm xmlns:a="http://schemas.openxmlformats.org/drawingml/2006/main">
            <a:off x="563880"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0" name="Rechteck">
            <a:extLst xmlns:a="http://schemas.openxmlformats.org/drawingml/2006/main">
              <a:ext uri="{FF2B5EF4-FFF2-40B4-BE49-F238E27FC236}">
                <a16:creationId xmlns:a16="http://schemas.microsoft.com/office/drawing/2014/main" id="{AC58726F-89BA-4722-B4A8-B21637F6AFEC}"/>
              </a:ext>
            </a:extLst>
          </p:cNvPr>
          <p:cNvSpPr>
            <a:spLocks xmlns:a="http://schemas.openxmlformats.org/drawingml/2006/main" noGrp="1"/>
          </p:cNvSpPr>
          <p:nvPr/>
        </p:nvSpPr>
        <p:spPr>
          <a:xfrm xmlns:a="http://schemas.openxmlformats.org/drawingml/2006/main">
            <a:off x="1416749"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solidFill>
                <a:srgbClr val="FF0000"/>
              </a:solidFill>
              <a:latin typeface="Arial"/>
              <a:ea typeface="Arial"/>
              <a:cs typeface="Arial"/>
            </a:endParaRPr>
          </a:p>
        </p:txBody>
      </p:sp>
      <p:sp>
        <p:nvSpPr>
          <p:cNvPr id="111" name="Rechteck">
            <a:extLst xmlns:a="http://schemas.openxmlformats.org/drawingml/2006/main">
              <a:ext uri="{FF2B5EF4-FFF2-40B4-BE49-F238E27FC236}">
                <a16:creationId xmlns:a16="http://schemas.microsoft.com/office/drawing/2014/main" id="{4D4E692F-772A-48C3-B7F5-DFA9C52DB3D8}"/>
              </a:ext>
            </a:extLst>
          </p:cNvPr>
          <p:cNvSpPr>
            <a:spLocks xmlns:a="http://schemas.openxmlformats.org/drawingml/2006/main" noGrp="1"/>
          </p:cNvSpPr>
          <p:nvPr/>
        </p:nvSpPr>
        <p:spPr>
          <a:xfrm xmlns:a="http://schemas.openxmlformats.org/drawingml/2006/main">
            <a:off x="1843088" y="3930682"/>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3" name="Rechteck">
            <a:extLst xmlns:a="http://schemas.openxmlformats.org/drawingml/2006/main">
              <a:ext uri="{FF2B5EF4-FFF2-40B4-BE49-F238E27FC236}">
                <a16:creationId xmlns:a16="http://schemas.microsoft.com/office/drawing/2014/main" id="{00375B53-89A5-4B13-9B85-92BF41485641}"/>
              </a:ext>
            </a:extLst>
          </p:cNvPr>
          <p:cNvSpPr>
            <a:spLocks xmlns:a="http://schemas.openxmlformats.org/drawingml/2006/main" noGrp="1"/>
          </p:cNvSpPr>
          <p:nvPr/>
        </p:nvSpPr>
        <p:spPr>
          <a:xfrm xmlns:a="http://schemas.openxmlformats.org/drawingml/2006/main">
            <a:off x="137541" y="4671251"/>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4" name="Rechteck">
            <a:extLst xmlns:a="http://schemas.openxmlformats.org/drawingml/2006/main">
              <a:ext uri="{FF2B5EF4-FFF2-40B4-BE49-F238E27FC236}">
                <a16:creationId xmlns:a16="http://schemas.microsoft.com/office/drawing/2014/main" id="{813A41FF-9DF7-4115-B365-72A290DA0639}"/>
              </a:ext>
            </a:extLst>
          </p:cNvPr>
          <p:cNvSpPr>
            <a:spLocks xmlns:a="http://schemas.openxmlformats.org/drawingml/2006/main" noGrp="1"/>
          </p:cNvSpPr>
          <p:nvPr/>
        </p:nvSpPr>
        <p:spPr>
          <a:xfrm xmlns:a="http://schemas.openxmlformats.org/drawingml/2006/main">
            <a:off x="990314" y="4671251"/>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5" name="Rechteck">
            <a:extLst xmlns:a="http://schemas.openxmlformats.org/drawingml/2006/main">
              <a:ext uri="{FF2B5EF4-FFF2-40B4-BE49-F238E27FC236}">
                <a16:creationId xmlns:a16="http://schemas.microsoft.com/office/drawing/2014/main" id="{8575CC6F-4346-48F6-8E8F-7BA7CF11E1E0}"/>
              </a:ext>
            </a:extLst>
          </p:cNvPr>
          <p:cNvSpPr>
            <a:spLocks xmlns:a="http://schemas.openxmlformats.org/drawingml/2006/main" noGrp="1"/>
          </p:cNvSpPr>
          <p:nvPr/>
        </p:nvSpPr>
        <p:spPr>
          <a:xfrm xmlns:a="http://schemas.openxmlformats.org/drawingml/2006/main">
            <a:off x="563880" y="4671251"/>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6" name="Rechteck">
            <a:extLst xmlns:a="http://schemas.openxmlformats.org/drawingml/2006/main">
              <a:ext uri="{FF2B5EF4-FFF2-40B4-BE49-F238E27FC236}">
                <a16:creationId xmlns:a16="http://schemas.microsoft.com/office/drawing/2014/main" id="{1AF2C3AB-9733-44F9-9C20-A508BCB317BD}"/>
              </a:ext>
            </a:extLst>
          </p:cNvPr>
          <p:cNvSpPr>
            <a:spLocks xmlns:a="http://schemas.openxmlformats.org/drawingml/2006/main" noGrp="1"/>
          </p:cNvSpPr>
          <p:nvPr/>
        </p:nvSpPr>
        <p:spPr>
          <a:xfrm xmlns:a="http://schemas.openxmlformats.org/drawingml/2006/main">
            <a:off x="1416749" y="4671251"/>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7" name="Rechteck">
            <a:extLst xmlns:a="http://schemas.openxmlformats.org/drawingml/2006/main">
              <a:ext uri="{FF2B5EF4-FFF2-40B4-BE49-F238E27FC236}">
                <a16:creationId xmlns:a16="http://schemas.microsoft.com/office/drawing/2014/main" id="{14C5C638-E585-4A67-A7CC-F20C33B33C6F}"/>
              </a:ext>
            </a:extLst>
          </p:cNvPr>
          <p:cNvSpPr>
            <a:spLocks xmlns:a="http://schemas.openxmlformats.org/drawingml/2006/main" noGrp="1"/>
          </p:cNvSpPr>
          <p:nvPr/>
        </p:nvSpPr>
        <p:spPr>
          <a:xfrm xmlns:a="http://schemas.openxmlformats.org/drawingml/2006/main">
            <a:off x="1843088"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8" name="Persönlichkeit">
            <a:extLst xmlns:a="http://schemas.openxmlformats.org/drawingml/2006/main">
              <a:ext uri="{FF2B5EF4-FFF2-40B4-BE49-F238E27FC236}">
                <a16:creationId xmlns:a16="http://schemas.microsoft.com/office/drawing/2014/main" id="{F1333136-F1A8-4260-92BE-552F2B7CB04F}"/>
              </a:ext>
            </a:extLst>
          </p:cNvPr>
          <p:cNvSpPr>
            <a:spLocks xmlns:a="http://schemas.openxmlformats.org/drawingml/2006/main" noGrp="1"/>
          </p:cNvSpPr>
          <p:nvPr/>
        </p:nvSpPr>
        <p:spPr>
          <a:xfrm xmlns:a="http://schemas.openxmlformats.org/drawingml/2006/main">
            <a:off x="134303" y="4785551"/>
            <a:ext cx="135721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2000" b="0" spc="100">
                <a:solidFill>
                  <a:srgbClr val="FFFFFF"/>
                </a:solidFill>
                <a:latin typeface="Futura"/>
                <a:ea typeface="Futura"/>
                <a:cs typeface="Futura"/>
              </a:defRPr>
            </a:lvl1pPr>
          </a:lstStyle>
          <a:p xmlns:a="http://schemas.openxmlformats.org/drawingml/2006/main">
            <a:r>
              <a:rPr sz="1000">
                <a:latin typeface="Arial"/>
                <a:ea typeface="Arial"/>
                <a:cs typeface="Arial"/>
              </a:rPr>
              <a:t>Social Network</a:t>
            </a:r>
          </a:p>
        </p:txBody>
      </p:sp>
      <p:sp>
        <p:nvSpPr>
          <p:cNvPr id="120" name="Rechteck">
            <a:extLst xmlns:a="http://schemas.openxmlformats.org/drawingml/2006/main">
              <a:ext uri="{FF2B5EF4-FFF2-40B4-BE49-F238E27FC236}">
                <a16:creationId xmlns:a16="http://schemas.microsoft.com/office/drawing/2014/main" id="{82877763-BFF5-457A-A6AF-6232ABA92FB1}"/>
              </a:ext>
            </a:extLst>
          </p:cNvPr>
          <p:cNvSpPr>
            <a:spLocks xmlns:a="http://schemas.openxmlformats.org/drawingml/2006/main" noGrp="1"/>
          </p:cNvSpPr>
          <p:nvPr/>
        </p:nvSpPr>
        <p:spPr>
          <a:xfrm xmlns:a="http://schemas.openxmlformats.org/drawingml/2006/main">
            <a:off x="137541" y="504872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1" name="Rechteck">
            <a:extLst xmlns:a="http://schemas.openxmlformats.org/drawingml/2006/main">
              <a:ext uri="{FF2B5EF4-FFF2-40B4-BE49-F238E27FC236}">
                <a16:creationId xmlns:a16="http://schemas.microsoft.com/office/drawing/2014/main" id="{8A2CD27C-2697-411B-8B68-CA001240C03D}"/>
              </a:ext>
            </a:extLst>
          </p:cNvPr>
          <p:cNvSpPr>
            <a:spLocks xmlns:a="http://schemas.openxmlformats.org/drawingml/2006/main" noGrp="1"/>
          </p:cNvSpPr>
          <p:nvPr/>
        </p:nvSpPr>
        <p:spPr>
          <a:xfrm xmlns:a="http://schemas.openxmlformats.org/drawingml/2006/main">
            <a:off x="990314"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2" name="Rechteck">
            <a:extLst xmlns:a="http://schemas.openxmlformats.org/drawingml/2006/main">
              <a:ext uri="{FF2B5EF4-FFF2-40B4-BE49-F238E27FC236}">
                <a16:creationId xmlns:a16="http://schemas.microsoft.com/office/drawing/2014/main" id="{993DFD79-B749-439C-AB0E-7D54E7EA0F1D}"/>
              </a:ext>
            </a:extLst>
          </p:cNvPr>
          <p:cNvSpPr>
            <a:spLocks xmlns:a="http://schemas.openxmlformats.org/drawingml/2006/main" noGrp="1"/>
          </p:cNvSpPr>
          <p:nvPr/>
        </p:nvSpPr>
        <p:spPr>
          <a:xfrm xmlns:a="http://schemas.openxmlformats.org/drawingml/2006/main">
            <a:off x="563880" y="504872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3" name="Rechteck">
            <a:extLst xmlns:a="http://schemas.openxmlformats.org/drawingml/2006/main">
              <a:ext uri="{FF2B5EF4-FFF2-40B4-BE49-F238E27FC236}">
                <a16:creationId xmlns:a16="http://schemas.microsoft.com/office/drawing/2014/main" id="{8AEFA1C4-374D-414C-835E-795152424B48}"/>
              </a:ext>
            </a:extLst>
          </p:cNvPr>
          <p:cNvSpPr>
            <a:spLocks xmlns:a="http://schemas.openxmlformats.org/drawingml/2006/main" noGrp="1"/>
          </p:cNvSpPr>
          <p:nvPr/>
        </p:nvSpPr>
        <p:spPr>
          <a:xfrm xmlns:a="http://schemas.openxmlformats.org/drawingml/2006/main">
            <a:off x="1416749"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4" name="Rechteck">
            <a:extLst xmlns:a="http://schemas.openxmlformats.org/drawingml/2006/main">
              <a:ext uri="{FF2B5EF4-FFF2-40B4-BE49-F238E27FC236}">
                <a16:creationId xmlns:a16="http://schemas.microsoft.com/office/drawing/2014/main" id="{F213A40E-63A3-4EFA-9928-B064883278CA}"/>
              </a:ext>
            </a:extLst>
          </p:cNvPr>
          <p:cNvSpPr>
            <a:spLocks xmlns:a="http://schemas.openxmlformats.org/drawingml/2006/main" noGrp="1"/>
          </p:cNvSpPr>
          <p:nvPr/>
        </p:nvSpPr>
        <p:spPr>
          <a:xfrm xmlns:a="http://schemas.openxmlformats.org/drawingml/2006/main">
            <a:off x="1843088"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5" name="Rechteck">
            <a:extLst xmlns:a="http://schemas.openxmlformats.org/drawingml/2006/main">
              <a:ext uri="{FF2B5EF4-FFF2-40B4-BE49-F238E27FC236}">
                <a16:creationId xmlns:a16="http://schemas.microsoft.com/office/drawing/2014/main" id="{FB0FBFAF-C580-4C89-ACB6-131CCB98D2F8}"/>
              </a:ext>
            </a:extLst>
          </p:cNvPr>
          <p:cNvSpPr>
            <a:spLocks xmlns:a="http://schemas.openxmlformats.org/drawingml/2006/main" noGrp="1"/>
          </p:cNvSpPr>
          <p:nvPr/>
        </p:nvSpPr>
        <p:spPr>
          <a:xfrm xmlns:a="http://schemas.openxmlformats.org/drawingml/2006/main">
            <a:off x="0" y="1465517"/>
            <a:ext cx="2526030" cy="812483"/>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latin typeface="Arial"/>
              <a:ea typeface="Arial"/>
              <a:cs typeface="Arial"/>
            </a:endParaRPr>
          </a:p>
        </p:txBody>
      </p:sp>
      <p:sp>
        <p:nvSpPr>
          <p:cNvPr id="126" name="Alter">
            <a:extLst xmlns:a="http://schemas.openxmlformats.org/drawingml/2006/main">
              <a:ext uri="{FF2B5EF4-FFF2-40B4-BE49-F238E27FC236}">
                <a16:creationId xmlns:a16="http://schemas.microsoft.com/office/drawing/2014/main" id="{82D282F1-200E-47BC-AE96-45EF9528BF33}"/>
              </a:ext>
            </a:extLst>
          </p:cNvPr>
          <p:cNvSpPr>
            <a:spLocks xmlns:a="http://schemas.openxmlformats.org/drawingml/2006/main" noGrp="1"/>
          </p:cNvSpPr>
          <p:nvPr/>
        </p:nvSpPr>
        <p:spPr>
          <a:xfrm xmlns:a="http://schemas.openxmlformats.org/drawingml/2006/main">
            <a:off x="95250" y="1404652"/>
            <a:ext cx="2219325" cy="289560"/>
          </a:xfrm>
          <a:prstGeom xmlns:a="http://schemas.openxmlformats.org/drawingml/2006/main" prst="rect">
            <a:avLst/>
          </a:prstGeom>
          <a:ln xmlns:a="http://schemas.openxmlformats.org/drawingml/2006/main" w="3175"/>
        </p:spPr>
        <p:txBody>
          <a:bodyPr xmlns:a="http://schemas.openxmlformats.org/drawingml/2006/main" wrap="square" lIns="19050" tIns="19050" rIns="19050" bIns="19050" anchor="t">
            <a:spAutoFit/>
          </a:bodyPr>
          <a:lstStyle xmlns:a="http://schemas.openxmlformats.org/drawingml/2006/main">
            <a:defPPr>
              <a:defRPr sz="165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650">
                <a:solidFill>
                  <a:srgbClr val="132B3B"/>
                </a:solidFill>
                <a:latin typeface="Arial"/>
                <a:ea typeface="Arial"/>
                <a:cs typeface="Arial"/>
              </a:defRPr>
            </a:lvl2pPr>
            <a:lvl3pPr>
              <a:defRPr sz="1650">
                <a:solidFill>
                  <a:srgbClr val="132B3B"/>
                </a:solidFill>
                <a:latin typeface="Arial"/>
                <a:ea typeface="Arial"/>
                <a:cs typeface="Arial"/>
              </a:defRPr>
            </a:lvl3pPr>
            <a:lvl4pPr>
              <a:defRPr sz="1650">
                <a:solidFill>
                  <a:srgbClr val="132B3B"/>
                </a:solidFill>
                <a:latin typeface="Arial"/>
                <a:ea typeface="Arial"/>
                <a:cs typeface="Arial"/>
              </a:defRPr>
            </a:lvl4pPr>
            <a:lvl5pPr>
              <a:defRPr sz="1650">
                <a:solidFill>
                  <a:srgbClr val="132B3B"/>
                </a:solidFill>
                <a:latin typeface="Arial"/>
                <a:ea typeface="Arial"/>
                <a:cs typeface="Arial"/>
              </a:defRPr>
            </a:lvl5pPr>
            <a:lvl6pPr>
              <a:defRPr sz="1650">
                <a:solidFill>
                  <a:srgbClr val="132B3B"/>
                </a:solidFill>
                <a:latin typeface="Arial"/>
                <a:ea typeface="Arial"/>
                <a:cs typeface="Arial"/>
              </a:defRPr>
            </a:lvl6pPr>
            <a:lvl7pPr>
              <a:defRPr sz="1650">
                <a:solidFill>
                  <a:srgbClr val="132B3B"/>
                </a:solidFill>
                <a:latin typeface="Arial"/>
                <a:ea typeface="Arial"/>
                <a:cs typeface="Arial"/>
              </a:defRPr>
            </a:lvl7pPr>
            <a:lvl8pPr>
              <a:defRPr sz="1650">
                <a:solidFill>
                  <a:srgbClr val="132B3B"/>
                </a:solidFill>
                <a:latin typeface="Arial"/>
                <a:ea typeface="Arial"/>
                <a:cs typeface="Arial"/>
              </a:defRPr>
            </a:lvl8pPr>
            <a:lvl9pPr>
              <a:defRPr sz="1650">
                <a:solidFill>
                  <a:srgbClr val="132B3B"/>
                </a:solidFill>
                <a:latin typeface="Arial"/>
                <a:ea typeface="Arial"/>
                <a:cs typeface="Arial"/>
              </a:defRPr>
            </a:lvl9pPr>
          </a:lstStyle>
          <a:p xmlns:a="http://schemas.openxmlformats.org/drawingml/2006/main">
            <a:pPr>
              <a:defRPr sz="1650">
                <a:solidFill>
                  <a:srgbClr val="132B3B"/>
                </a:solidFill>
                <a:latin typeface="Arial"/>
                <a:ea typeface="Arial"/>
                <a:cs typeface="Arial"/>
              </a:defRPr>
            </a:pPr>
            <a:r>
              <a:rPr sz="1650">
                <a:solidFill>
                  <a:srgbClr val="132B3B"/>
                </a:solidFill>
                <a:latin typeface="Arial"/>
                <a:ea typeface="Arial"/>
                <a:cs typeface="Arial"/>
              </a:rPr>
              <a:t>Roman</a:t>
            </a:r>
          </a:p>
        </p:txBody>
      </p:sp>
      <p:sp>
        <p:nvSpPr>
          <p:cNvPr id="128" name="Alter">
            <a:extLst xmlns:a="http://schemas.openxmlformats.org/drawingml/2006/main">
              <a:ext uri="{FF2B5EF4-FFF2-40B4-BE49-F238E27FC236}">
                <a16:creationId xmlns:a16="http://schemas.microsoft.com/office/drawing/2014/main" id="{64604045-0650-4147-8288-58A2687C8947}"/>
              </a:ext>
            </a:extLst>
          </p:cNvPr>
          <p:cNvSpPr>
            <a:spLocks xmlns:a="http://schemas.openxmlformats.org/drawingml/2006/main" noGrp="1"/>
          </p:cNvSpPr>
          <p:nvPr/>
        </p:nvSpPr>
        <p:spPr>
          <a:xfrm xmlns:a="http://schemas.openxmlformats.org/drawingml/2006/main">
            <a:off x="95250" y="1755172"/>
            <a:ext cx="1211390" cy="220980"/>
          </a:xfrm>
          <a:prstGeom xmlns:a="http://schemas.openxmlformats.org/drawingml/2006/main" prst="rect">
            <a:avLst/>
          </a:prstGeom>
          <a:ln xmlns:a="http://schemas.openxmlformats.org/drawingml/2006/main" w="3175"/>
        </p:spPr>
        <p:txBody>
          <a:bodyPr xmlns:a="http://schemas.openxmlformats.org/drawingml/2006/main" wrap="none" lIns="19050" tIns="19050" rIns="19050" bIns="19050" anchor="t">
            <a:spAutoFit/>
          </a:bodyPr>
          <a:lstStyle xmlns:a="http://schemas.openxmlformats.org/drawingml/2006/main">
            <a:defPPr>
              <a:defRPr sz="120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Finanzmanager</a:t>
            </a:r>
          </a:p>
        </p:txBody>
      </p:sp>
      <p:sp>
        <p:nvSpPr>
          <p:cNvPr id="129" name="Rechteck">
            <a:extLst xmlns:a="http://schemas.openxmlformats.org/drawingml/2006/main">
              <a:ext uri="{FF2B5EF4-FFF2-40B4-BE49-F238E27FC236}">
                <a16:creationId xmlns:a16="http://schemas.microsoft.com/office/drawing/2014/main" id="{3F0810EF-5BC7-4BD1-8421-E11BF336FF35}"/>
              </a:ext>
            </a:extLst>
          </p:cNvPr>
          <p:cNvSpPr>
            <a:spLocks xmlns:a="http://schemas.openxmlformats.org/drawingml/2006/main" noGrp="1"/>
          </p:cNvSpPr>
          <p:nvPr/>
        </p:nvSpPr>
        <p:spPr>
          <a:xfrm xmlns:a="http://schemas.openxmlformats.org/drawingml/2006/main">
            <a:off x="2565845" y="737140"/>
            <a:ext cx="4292156" cy="633317"/>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latin typeface="Arial"/>
              <a:ea typeface="Arial"/>
              <a:cs typeface="Arial"/>
            </a:endParaRPr>
          </a:p>
        </p:txBody>
      </p:sp>
      <p:sp>
        <p:nvSpPr>
          <p:cNvPr id="42" name="Alter">
            <a:extLst xmlns:a="http://schemas.openxmlformats.org/drawingml/2006/main">
              <a:ext uri="{FF2B5EF4-FFF2-40B4-BE49-F238E27FC236}">
                <a16:creationId xmlns:a16="http://schemas.microsoft.com/office/drawing/2014/main" id="{E9D5841D-B961-4677-ADD2-ED747BCE5EF2}"/>
              </a:ext>
            </a:extLst>
          </p:cNvPr>
          <p:cNvSpPr>
            <a:spLocks xmlns:a="http://schemas.openxmlformats.org/drawingml/2006/main" noGrp="1"/>
          </p:cNvSpPr>
          <p:nvPr/>
        </p:nvSpPr>
        <p:spPr>
          <a:xfrm xmlns:a="http://schemas.openxmlformats.org/drawingml/2006/main">
            <a:off x="2724150" y="990600"/>
            <a:ext cx="11430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Alter: 43</a:t>
            </a:r>
          </a:p>
        </p:txBody>
      </p:sp>
      <p:sp>
        <p:nvSpPr>
          <p:cNvPr id="43" name="Wohnort">
            <a:extLst xmlns:a="http://schemas.openxmlformats.org/drawingml/2006/main">
              <a:ext uri="{FF2B5EF4-FFF2-40B4-BE49-F238E27FC236}">
                <a16:creationId xmlns:a16="http://schemas.microsoft.com/office/drawing/2014/main" id="{B4B6DA3A-CE7A-4C1A-82F7-A06F4FEF286E}"/>
              </a:ext>
            </a:extLst>
          </p:cNvPr>
          <p:cNvSpPr>
            <a:spLocks xmlns:a="http://schemas.openxmlformats.org/drawingml/2006/main" noGrp="1"/>
          </p:cNvSpPr>
          <p:nvPr/>
        </p:nvSpPr>
        <p:spPr>
          <a:xfrm xmlns:a="http://schemas.openxmlformats.org/drawingml/2006/main">
            <a:off x="3962400" y="990600"/>
            <a:ext cx="12954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Ort: Zürich</a:t>
            </a:r>
          </a:p>
        </p:txBody>
      </p:sp>
      <p:sp>
        <p:nvSpPr>
          <p:cNvPr id="44" name="Familienstatus">
            <a:extLst xmlns:a="http://schemas.openxmlformats.org/drawingml/2006/main">
              <a:ext uri="{FF2B5EF4-FFF2-40B4-BE49-F238E27FC236}">
                <a16:creationId xmlns:a16="http://schemas.microsoft.com/office/drawing/2014/main" id="{0EAEA570-8D74-43FC-8C79-3B6AD5E1ABED}"/>
              </a:ext>
            </a:extLst>
          </p:cNvPr>
          <p:cNvSpPr>
            <a:spLocks xmlns:a="http://schemas.openxmlformats.org/drawingml/2006/main" noGrp="1"/>
          </p:cNvSpPr>
          <p:nvPr/>
        </p:nvSpPr>
        <p:spPr>
          <a:xfrm xmlns:a="http://schemas.openxmlformats.org/drawingml/2006/main">
            <a:off x="5314950" y="990600"/>
            <a:ext cx="13335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Status: Single</a:t>
            </a:r>
          </a:p>
        </p:txBody>
      </p:sp>
      <p:sp>
        <p:nvSpPr>
          <p:cNvPr id="130" name="Alter">
            <a:extLst xmlns:a="http://schemas.openxmlformats.org/drawingml/2006/main">
              <a:ext uri="{FF2B5EF4-FFF2-40B4-BE49-F238E27FC236}">
                <a16:creationId xmlns:a16="http://schemas.microsoft.com/office/drawing/2014/main" id="{F5FC5F0C-C18F-4BAA-A0B3-F18DFEB8F87B}"/>
              </a:ext>
            </a:extLst>
          </p:cNvPr>
          <p:cNvSpPr>
            <a:spLocks xmlns:a="http://schemas.openxmlformats.org/drawingml/2006/main" noGrp="1"/>
          </p:cNvSpPr>
          <p:nvPr/>
        </p:nvSpPr>
        <p:spPr>
          <a:xfrm xmlns:a="http://schemas.openxmlformats.org/drawingml/2006/main">
            <a:off x="1002697" y="1128808"/>
            <a:ext cx="358902" cy="25908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lgn="l">
              <a:buNone/>
              <a:defRPr sz="1500" b="0" spc="75">
                <a:solidFill>
                  <a:srgbClr val="FFFFFF"/>
                </a:solidFill>
                <a:latin typeface="Futura"/>
                <a:ea typeface="Futura"/>
                <a:cs typeface="Futura"/>
              </a:defRPr>
            </a:lvl1pPr>
          </a:lstStyle>
          <a:p xmlns:a="http://schemas.openxmlformats.org/drawingml/2006/main">
            <a:r>
              <a:rPr sz="1200">
                <a:latin typeface="Arial"/>
                <a:ea typeface="Arial"/>
                <a:cs typeface="Arial"/>
              </a:rPr>
              <a:t>Bild</a:t>
            </a:r>
          </a:p>
        </p:txBody>
      </p:sp>
      <p:sp>
        <p:nvSpPr>
          <p:cNvPr id="133" name="Digitale Fähigkeiten">
            <a:extLst xmlns:a="http://schemas.openxmlformats.org/drawingml/2006/main">
              <a:ext uri="{FF2B5EF4-FFF2-40B4-BE49-F238E27FC236}">
                <a16:creationId xmlns:a16="http://schemas.microsoft.com/office/drawing/2014/main" id="{95639156-22EA-4C71-9604-82EE6697CA59}"/>
              </a:ext>
            </a:extLst>
          </p:cNvPr>
          <p:cNvSpPr>
            <a:spLocks xmlns:a="http://schemas.openxmlformats.org/drawingml/2006/main" noGrp="1"/>
          </p:cNvSpPr>
          <p:nvPr/>
        </p:nvSpPr>
        <p:spPr>
          <a:xfrm xmlns:a="http://schemas.openxmlformats.org/drawingml/2006/main">
            <a:off x="106013" y="3408617"/>
            <a:ext cx="1878933"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Digitale Fähigkeiten</a:t>
            </a:r>
          </a:p>
        </p:txBody>
      </p:sp>
      <p:sp>
        <p:nvSpPr>
          <p:cNvPr id="137" name="Digitale Fähigkeiten">
            <a:extLst xmlns:a="http://schemas.openxmlformats.org/drawingml/2006/main">
              <a:ext uri="{FF2B5EF4-FFF2-40B4-BE49-F238E27FC236}">
                <a16:creationId xmlns:a16="http://schemas.microsoft.com/office/drawing/2014/main" id="{CC16A71D-C474-48D6-B981-443BBB56BFFC}"/>
              </a:ext>
            </a:extLst>
          </p:cNvPr>
          <p:cNvSpPr>
            <a:spLocks xmlns:a="http://schemas.openxmlformats.org/drawingml/2006/main" noGrp="1"/>
          </p:cNvSpPr>
          <p:nvPr/>
        </p:nvSpPr>
        <p:spPr>
          <a:xfrm xmlns:a="http://schemas.openxmlformats.org/drawingml/2006/main">
            <a:off x="79915" y="5241798"/>
            <a:ext cx="1347915"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Persönlichkeit</a:t>
            </a:r>
          </a:p>
        </p:txBody>
      </p:sp>
      <p:sp>
        <p:nvSpPr>
          <p:cNvPr id="142" name="„Kurzbeschreibung in Form eines Zitats. Wie würde sich unsere Persona selbst beschreiben?“">
            <a:extLst xmlns:a="http://schemas.openxmlformats.org/drawingml/2006/main">
              <a:ext uri="{FF2B5EF4-FFF2-40B4-BE49-F238E27FC236}">
                <a16:creationId xmlns:a16="http://schemas.microsoft.com/office/drawing/2014/main" id="{BBBCFEF8-EC0F-4D66-8148-8817A5F7ECFA}"/>
              </a:ext>
            </a:extLst>
          </p:cNvPr>
          <p:cNvSpPr>
            <a:spLocks xmlns:a="http://schemas.openxmlformats.org/drawingml/2006/main" noGrp="1"/>
          </p:cNvSpPr>
          <p:nvPr/>
        </p:nvSpPr>
        <p:spPr>
          <a:xfrm xmlns:a="http://schemas.openxmlformats.org/drawingml/2006/main">
            <a:off x="2724150" y="190500"/>
            <a:ext cx="3905250" cy="60960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200" b="0">
                <a:solidFill>
                  <a:srgbClr val="132B3B"/>
                </a:solidFill>
                <a:latin typeface="Avenir Book Oblique"/>
                <a:ea typeface="Avenir Book Oblique"/>
                <a:cs typeface="Avenir Book Oblique"/>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„Ich möchte eine faire Poker-Runde mit klaren Regeln.“</a:t>
            </a:r>
          </a:p>
        </p:txBody>
      </p:sp>
      <p:sp>
        <p:nvSpPr>
          <p:cNvPr id="146" name="Szenario/Bio">
            <a:extLst xmlns:a="http://schemas.openxmlformats.org/drawingml/2006/main">
              <a:ext uri="{FF2B5EF4-FFF2-40B4-BE49-F238E27FC236}">
                <a16:creationId xmlns:a16="http://schemas.microsoft.com/office/drawing/2014/main" id="{2EA78725-E414-45A0-B0B0-77706EA3C96E}"/>
              </a:ext>
            </a:extLst>
          </p:cNvPr>
          <p:cNvSpPr>
            <a:spLocks xmlns:a="http://schemas.openxmlformats.org/drawingml/2006/main" noGrp="1"/>
          </p:cNvSpPr>
          <p:nvPr/>
        </p:nvSpPr>
        <p:spPr>
          <a:xfrm xmlns:a="http://schemas.openxmlformats.org/drawingml/2006/main">
            <a:off x="2715101" y="1356170"/>
            <a:ext cx="1740408" cy="25908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Szenario/Bio</a:t>
            </a:r>
          </a:p>
        </p:txBody>
      </p:sp>
      <p:sp>
        <p:nvSpPr>
          <p:cNvPr id="158"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2A108906-8453-449A-9AC4-F3A016E1F1C2}"/>
              </a:ext>
            </a:extLst>
          </p:cNvPr>
          <p:cNvSpPr>
            <a:spLocks xmlns:a="http://schemas.openxmlformats.org/drawingml/2006/main" noGrp="1"/>
          </p:cNvSpPr>
          <p:nvPr/>
        </p:nvSpPr>
        <p:spPr>
          <a:xfrm xmlns:a="http://schemas.openxmlformats.org/drawingml/2006/main">
            <a:off x="2723579" y="1616393"/>
            <a:ext cx="3896201" cy="62484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Roman ist 43 und arbeitet als Finanzmanager in Zürich. Er kennt die Pokerregeln, spielt gerne strategisch und erwartet einen nachvollziehbaren Spielablauf.</a:t>
            </a:r>
          </a:p>
        </p:txBody>
      </p:sp>
      <p:pic>
        <p:nvPicPr>
          <p:cNvPr id="292" name="Grafik 160">
            <a:extLst xmlns:a="http://schemas.openxmlformats.org/drawingml/2006/main">
              <a:ext uri="{FF2B5EF4-FFF2-40B4-BE49-F238E27FC236}">
                <a16:creationId xmlns:a16="http://schemas.microsoft.com/office/drawing/2014/main" id="{C840610D-E515-4493-9E97-D6C3C7207FB7}"/>
              </a:ext>
            </a:extLst>
          </p:cNvPr>
          <p:cNvPicPr>
            <a:picLocks xmlns:a="http://schemas.openxmlformats.org/drawingml/2006/main" noChangeAspect="1"/>
          </p:cNvPicPr>
          <p:nvPr/>
        </p:nvPicPr>
        <p:blipFill>
          <a:blip xmlns:r="http://schemas.openxmlformats.org/officeDocument/2006/relationships" xmlns:a="http://schemas.openxmlformats.org/drawingml/2006/main" r:embed="R82ba6fd751774fdb"/>
          <a:stretch xmlns:a="http://schemas.openxmlformats.org/drawingml/2006/main">
            <a:fillRect l="0" t="0" r="0" b="0"/>
          </a:stretch>
        </p:blipFill>
        <p:spPr>
          <a:xfrm xmlns:a="http://schemas.openxmlformats.org/drawingml/2006/main">
            <a:off x="199459" y="7886105"/>
            <a:ext cx="361188" cy="361188"/>
          </a:xfrm>
          <a:prstGeom xmlns:a="http://schemas.openxmlformats.org/drawingml/2006/main" prst="rect">
            <a:avLst/>
          </a:prstGeom>
        </p:spPr>
      </p:pic>
      <p:pic>
        <p:nvPicPr>
          <p:cNvPr id="293" name="Grafik 168">
            <a:extLst xmlns:a="http://schemas.openxmlformats.org/drawingml/2006/main">
              <a:ext uri="{FF2B5EF4-FFF2-40B4-BE49-F238E27FC236}">
                <a16:creationId xmlns:a16="http://schemas.microsoft.com/office/drawing/2014/main" id="{9A0433D3-D503-4461-8EBC-3A43E09D7C8A}"/>
              </a:ext>
            </a:extLst>
          </p:cNvPr>
          <p:cNvPicPr>
            <a:picLocks xmlns:a="http://schemas.openxmlformats.org/drawingml/2006/main" noChangeAspect="1"/>
          </p:cNvPicPr>
          <p:nvPr/>
        </p:nvPicPr>
        <p:blipFill>
          <a:blip xmlns:r="http://schemas.openxmlformats.org/officeDocument/2006/relationships" xmlns:a="http://schemas.openxmlformats.org/drawingml/2006/main" r:embed="Re84a40df2d8f446e"/>
          <a:stretch xmlns:a="http://schemas.openxmlformats.org/drawingml/2006/main">
            <a:fillRect l="0" t="0" r="0" b="0"/>
          </a:stretch>
        </p:blipFill>
        <p:spPr>
          <a:xfrm xmlns:a="http://schemas.openxmlformats.org/drawingml/2006/main">
            <a:off x="598262" y="7876712"/>
            <a:ext cx="361188" cy="361188"/>
          </a:xfrm>
          <a:prstGeom xmlns:a="http://schemas.openxmlformats.org/drawingml/2006/main" prst="rect">
            <a:avLst/>
          </a:prstGeom>
        </p:spPr>
      </p:pic>
      <p:sp>
        <p:nvSpPr>
          <p:cNvPr id="170" name="Digitale Fähigkeiten">
            <a:extLst xmlns:a="http://schemas.openxmlformats.org/drawingml/2006/main">
              <a:ext uri="{FF2B5EF4-FFF2-40B4-BE49-F238E27FC236}">
                <a16:creationId xmlns:a16="http://schemas.microsoft.com/office/drawing/2014/main" id="{821DEF16-F116-4C22-BE2F-DF356BBE6A40}"/>
              </a:ext>
            </a:extLst>
          </p:cNvPr>
          <p:cNvSpPr>
            <a:spLocks xmlns:a="http://schemas.openxmlformats.org/drawingml/2006/main" noGrp="1"/>
          </p:cNvSpPr>
          <p:nvPr/>
        </p:nvSpPr>
        <p:spPr>
          <a:xfrm xmlns:a="http://schemas.openxmlformats.org/drawingml/2006/main">
            <a:off x="100203" y="2325719"/>
            <a:ext cx="1152080"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Technologie</a:t>
            </a:r>
          </a:p>
        </p:txBody>
      </p:sp>
      <p:pic>
        <p:nvPicPr>
          <p:cNvPr id="295" name="Grafik 176">
            <a:extLst xmlns:a="http://schemas.openxmlformats.org/drawingml/2006/main">
              <a:ext uri="{FF2B5EF4-FFF2-40B4-BE49-F238E27FC236}">
                <a16:creationId xmlns:a16="http://schemas.microsoft.com/office/drawing/2014/main" id="{5F545717-47AC-4F35-BD4F-BC73ACE33C0A}"/>
              </a:ext>
            </a:extLst>
          </p:cNvPr>
          <p:cNvPicPr>
            <a:picLocks xmlns:a="http://schemas.openxmlformats.org/drawingml/2006/main" noChangeAspect="1"/>
          </p:cNvPicPr>
          <p:nvPr/>
        </p:nvPicPr>
        <p:blipFill>
          <a:blip xmlns:r="http://schemas.openxmlformats.org/officeDocument/2006/relationships" xmlns:a="http://schemas.openxmlformats.org/drawingml/2006/main" r:embed="R6bc38982aad0499a"/>
          <a:stretch xmlns:a="http://schemas.openxmlformats.org/drawingml/2006/main">
            <a:fillRect l="0" t="0" r="0" b="0"/>
          </a:stretch>
        </p:blipFill>
        <p:spPr>
          <a:xfrm xmlns:a="http://schemas.openxmlformats.org/drawingml/2006/main">
            <a:off x="132313" y="2990763"/>
            <a:ext cx="361188" cy="361188"/>
          </a:xfrm>
          <a:prstGeom xmlns:a="http://schemas.openxmlformats.org/drawingml/2006/main" prst="rect">
            <a:avLst/>
          </a:prstGeom>
        </p:spPr>
      </p:pic>
      <p:sp>
        <p:nvSpPr>
          <p:cNvPr id="178" name="Digitale Fähigkeiten">
            <a:extLst xmlns:a="http://schemas.openxmlformats.org/drawingml/2006/main">
              <a:ext uri="{FF2B5EF4-FFF2-40B4-BE49-F238E27FC236}">
                <a16:creationId xmlns:a16="http://schemas.microsoft.com/office/drawing/2014/main" id="{82A58D85-42C8-48A9-A00B-31BE53B3F5C8}"/>
              </a:ext>
            </a:extLst>
          </p:cNvPr>
          <p:cNvSpPr>
            <a:spLocks xmlns:a="http://schemas.openxmlformats.org/drawingml/2006/main" noGrp="1"/>
          </p:cNvSpPr>
          <p:nvPr/>
        </p:nvSpPr>
        <p:spPr>
          <a:xfrm xmlns:a="http://schemas.openxmlformats.org/drawingml/2006/main">
            <a:off x="136017" y="7552277"/>
            <a:ext cx="804481"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Browser</a:t>
            </a:r>
          </a:p>
        </p:txBody>
      </p:sp>
      <p:sp>
        <p:nvSpPr>
          <p:cNvPr id="179" name="Digitale Fähigkeiten">
            <a:extLst xmlns:a="http://schemas.openxmlformats.org/drawingml/2006/main">
              <a:ext uri="{FF2B5EF4-FFF2-40B4-BE49-F238E27FC236}">
                <a16:creationId xmlns:a16="http://schemas.microsoft.com/office/drawing/2014/main" id="{656CB1C1-874D-46D5-BD82-E2CBE1600F4C}"/>
              </a:ext>
            </a:extLst>
          </p:cNvPr>
          <p:cNvSpPr>
            <a:spLocks xmlns:a="http://schemas.openxmlformats.org/drawingml/2006/main" noGrp="1"/>
          </p:cNvSpPr>
          <p:nvPr/>
        </p:nvSpPr>
        <p:spPr>
          <a:xfrm xmlns:a="http://schemas.openxmlformats.org/drawingml/2006/main">
            <a:off x="128016" y="8343995"/>
            <a:ext cx="1241044"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Appsnutzung</a:t>
            </a:r>
          </a:p>
        </p:txBody>
      </p:sp>
      <p:sp>
        <p:nvSpPr>
          <p:cNvPr id="8" name="Szenario/Bio">
            <a:extLst xmlns:a="http://schemas.openxmlformats.org/drawingml/2006/main">
              <a:ext uri="{FF2B5EF4-FFF2-40B4-BE49-F238E27FC236}">
                <a16:creationId xmlns:a16="http://schemas.microsoft.com/office/drawing/2014/main" id="{A18CC650-64E9-CE9D-B2CD-B8F23CF1DA62}"/>
              </a:ext>
            </a:extLst>
          </p:cNvPr>
          <p:cNvSpPr>
            <a:spLocks xmlns:a="http://schemas.openxmlformats.org/drawingml/2006/main" noGrp="1"/>
          </p:cNvSpPr>
          <p:nvPr/>
        </p:nvSpPr>
        <p:spPr>
          <a:xfrm xmlns:a="http://schemas.openxmlformats.org/drawingml/2006/main">
            <a:off x="2702338" y="2860358"/>
            <a:ext cx="1740408" cy="25908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Nutzungsgrund</a:t>
            </a:r>
          </a:p>
        </p:txBody>
      </p:sp>
      <p:sp>
        <p:nvSpPr>
          <p:cNvPr id="11"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347DC844-66C0-EE16-5FCD-082025B9AAED}"/>
              </a:ext>
            </a:extLst>
          </p:cNvPr>
          <p:cNvSpPr>
            <a:spLocks xmlns:a="http://schemas.openxmlformats.org/drawingml/2006/main" noGrp="1"/>
          </p:cNvSpPr>
          <p:nvPr/>
        </p:nvSpPr>
        <p:spPr>
          <a:xfrm xmlns:a="http://schemas.openxmlformats.org/drawingml/2006/main">
            <a:off x="2702338" y="3128772"/>
            <a:ext cx="3896201" cy="62484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Er möchte Texas Hold’em gegen drei Computergegner spielen und Einsätze, Gemeinschaftskarten sowie sein Guthaben jederzeit nachvollziehen können.</a:t>
            </a:r>
          </a:p>
        </p:txBody>
      </p:sp>
      <p:sp>
        <p:nvSpPr>
          <p:cNvPr id="16" name="Szenario/Bio">
            <a:extLst xmlns:a="http://schemas.openxmlformats.org/drawingml/2006/main">
              <a:ext uri="{FF2B5EF4-FFF2-40B4-BE49-F238E27FC236}">
                <a16:creationId xmlns:a16="http://schemas.microsoft.com/office/drawing/2014/main" id="{2C80E7B7-AAB0-10EE-3ACB-A3C87E2227E7}"/>
              </a:ext>
            </a:extLst>
          </p:cNvPr>
          <p:cNvSpPr>
            <a:spLocks xmlns:a="http://schemas.openxmlformats.org/drawingml/2006/main" noGrp="1"/>
          </p:cNvSpPr>
          <p:nvPr/>
        </p:nvSpPr>
        <p:spPr>
          <a:xfrm xmlns:a="http://schemas.openxmlformats.org/drawingml/2006/main">
            <a:off x="2724150" y="5476875"/>
            <a:ext cx="3914775" cy="3238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425" b="1">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425" b="1">
                <a:solidFill>
                  <a:srgbClr val="132B3B"/>
                </a:solidFill>
                <a:latin typeface="Arial"/>
                <a:ea typeface="Arial"/>
                <a:cs typeface="Arial"/>
              </a:defRPr>
            </a:lvl2pPr>
            <a:lvl3pPr>
              <a:defRPr sz="1425" b="1">
                <a:solidFill>
                  <a:srgbClr val="132B3B"/>
                </a:solidFill>
                <a:latin typeface="Arial"/>
                <a:ea typeface="Arial"/>
                <a:cs typeface="Arial"/>
              </a:defRPr>
            </a:lvl3pPr>
            <a:lvl4pPr>
              <a:defRPr sz="1425" b="1">
                <a:solidFill>
                  <a:srgbClr val="132B3B"/>
                </a:solidFill>
                <a:latin typeface="Arial"/>
                <a:ea typeface="Arial"/>
                <a:cs typeface="Arial"/>
              </a:defRPr>
            </a:lvl4pPr>
            <a:lvl5pPr>
              <a:defRPr sz="1425" b="1">
                <a:solidFill>
                  <a:srgbClr val="132B3B"/>
                </a:solidFill>
                <a:latin typeface="Arial"/>
                <a:ea typeface="Arial"/>
                <a:cs typeface="Arial"/>
              </a:defRPr>
            </a:lvl5pPr>
            <a:lvl6pPr>
              <a:defRPr sz="1425" b="1">
                <a:solidFill>
                  <a:srgbClr val="132B3B"/>
                </a:solidFill>
                <a:latin typeface="Arial"/>
                <a:ea typeface="Arial"/>
                <a:cs typeface="Arial"/>
              </a:defRPr>
            </a:lvl6pPr>
            <a:lvl7pPr>
              <a:defRPr sz="1425" b="1">
                <a:solidFill>
                  <a:srgbClr val="132B3B"/>
                </a:solidFill>
                <a:latin typeface="Arial"/>
                <a:ea typeface="Arial"/>
                <a:cs typeface="Arial"/>
              </a:defRPr>
            </a:lvl7pPr>
            <a:lvl8pPr>
              <a:defRPr sz="1425" b="1">
                <a:solidFill>
                  <a:srgbClr val="132B3B"/>
                </a:solidFill>
                <a:latin typeface="Arial"/>
                <a:ea typeface="Arial"/>
                <a:cs typeface="Arial"/>
              </a:defRPr>
            </a:lvl8pPr>
            <a:lvl9pPr>
              <a:defRPr sz="1425" b="1">
                <a:solidFill>
                  <a:srgbClr val="132B3B"/>
                </a:solidFill>
                <a:latin typeface="Arial"/>
                <a:ea typeface="Arial"/>
                <a:cs typeface="Arial"/>
              </a:defRPr>
            </a:lvl9pPr>
          </a:lstStyle>
          <a:p xmlns:a="http://schemas.openxmlformats.org/drawingml/2006/main">
            <a:pPr>
              <a:defRPr sz="1425" b="1">
                <a:solidFill>
                  <a:srgbClr val="132B3B"/>
                </a:solidFill>
                <a:latin typeface="Arial"/>
                <a:ea typeface="Arial"/>
                <a:cs typeface="Arial"/>
              </a:defRPr>
            </a:pPr>
            <a:r>
              <a:rPr sz="1425" b="1">
                <a:solidFill>
                  <a:srgbClr val="132B3B"/>
                </a:solidFill>
                <a:latin typeface="Arial"/>
                <a:ea typeface="Arial"/>
                <a:cs typeface="Arial"/>
              </a:rPr>
              <a:t>US-09 Poker spielen</a:t>
            </a:r>
          </a:p>
        </p:txBody>
      </p:sp>
      <p:sp>
        <p:nvSpPr>
          <p:cNvPr id="20"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D402C09C-E8A7-5E55-4333-E50D4A51CDE6}"/>
              </a:ext>
            </a:extLst>
          </p:cNvPr>
          <p:cNvSpPr>
            <a:spLocks xmlns:a="http://schemas.openxmlformats.org/drawingml/2006/main" noGrp="1"/>
          </p:cNvSpPr>
          <p:nvPr/>
        </p:nvSpPr>
        <p:spPr>
          <a:xfrm xmlns:a="http://schemas.openxmlformats.org/drawingml/2006/main">
            <a:off x="2724150" y="5857875"/>
            <a:ext cx="3914775" cy="3667125"/>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Als Pokerspieler möchte ich Texas Hold'em gegen drei Computergegner spielen, damit ich meine Entscheidungen erproben kann.</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Akzeptanz</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1. Vier Plätze, zwei Handkarten und bis zu fünf Gemeinschaftskarten; Blinds 10 / 20 Jetons.</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2. Passen, Mitgehen, Schieben, Erhöhen und All-In folgen dem Spielablauf.</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3. Beste Fünf-Karten-Hand, Gleichstände und Side-Pots werden ausgewertet. Rückkehr erst nach Handende.</a:t>
            </a:r>
          </a:p>
        </p:txBody>
      </p:sp>
      <p:pic>
        <p:nvPicPr>
          <p:cNvPr id="302" name="Grafik 1">
            <a:extLst xmlns:a="http://schemas.openxmlformats.org/drawingml/2006/main">
              <a:ext uri="{FF2B5EF4-FFF2-40B4-BE49-F238E27FC236}">
                <a16:creationId xmlns:a16="http://schemas.microsoft.com/office/drawing/2014/main" id="{D547BE81-704A-4DDA-8C1A-FACC2D4B8C18}"/>
              </a:ext>
            </a:extLst>
          </p:cNvPr>
          <p:cNvPicPr>
            <a:picLocks xmlns:a="http://schemas.openxmlformats.org/drawingml/2006/main" noChangeAspect="1"/>
          </p:cNvPicPr>
          <p:nvPr/>
        </p:nvPicPr>
        <p:blipFill>
          <a:blip xmlns:r="http://schemas.openxmlformats.org/officeDocument/2006/relationships" xmlns:a="http://schemas.openxmlformats.org/drawingml/2006/main" r:embed="R236efccb27f34918"/>
          <a:stretch xmlns:a="http://schemas.openxmlformats.org/drawingml/2006/main">
            <a:fillRect l="0" t="0" r="0" b="0"/>
          </a:stretch>
        </p:blipFill>
        <p:spPr>
          <a:xfrm xmlns:a="http://schemas.openxmlformats.org/drawingml/2006/main">
            <a:off x="524075" y="22039"/>
            <a:ext cx="1407102" cy="1426040"/>
          </a:xfrm>
          <a:prstGeom xmlns:a="http://schemas.openxmlformats.org/drawingml/2006/main" prst="ellipse">
            <a:avLst/>
          </a:prstGeom>
        </p:spPr>
      </p:pic>
    </p:spTree>
    <p:extLst>
      <p:ext uri="{BB962C8B-B14F-4D97-AF65-F5344CB8AC3E}">
        <p14:creationId xmlns:p14="http://schemas.microsoft.com/office/powerpoint/2010/main" val="4018722917"/>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2026-10-29T10:35:32.2870000Z</dcterms:created>
  <dcterms:modified xsi:type="dcterms:W3CDTF">2026-10-29T10:35:32.2870000Z</dcterms:modified>
</coreProperties>
</file>